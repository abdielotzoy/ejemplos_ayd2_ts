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6852d31a054e59" /><Relationship Type="http://schemas.openxmlformats.org/officeDocument/2006/relationships/extended-properties" Target="/docProps/app.xml" Id="R252336825d714250" /><Relationship Type="http://schemas.openxmlformats.org/officeDocument/2006/relationships/officeDocument" Target="/ppt/presentation.xml" Id="Rcd54f01e9f004f6b" /></Relationships>
</file>

<file path=ppt/presentation.xml><?xml version="1.0" encoding="utf-8"?>
<p:presentation xmlns:p="http://schemas.openxmlformats.org/presentationml/2006/main">
  <p:sldMasterIdLst>
    <p:sldMasterId xmlns:r="http://schemas.openxmlformats.org/officeDocument/2006/relationships" id="2147483648" r:id="R5611f7f8d6894efb"/>
  </p:sldMasterIdLst>
  <p:notesMasterIdLst>
    <p:notesMasterId xmlns:r="http://schemas.openxmlformats.org/officeDocument/2006/relationships" r:id="R751b1b18e4ee47ae"/>
  </p:notesMasterIdLst>
  <p:sldIdLst>
    <p:sldId xmlns:r="http://schemas.openxmlformats.org/officeDocument/2006/relationships" id="256" r:id="R12e4b7df66b84098"/>
    <p:sldId xmlns:r="http://schemas.openxmlformats.org/officeDocument/2006/relationships" id="257" r:id="R96b335bbcbf8402b"/>
    <p:sldId xmlns:r="http://schemas.openxmlformats.org/officeDocument/2006/relationships" id="258" r:id="Rf269ec554da24779"/>
    <p:sldId xmlns:r="http://schemas.openxmlformats.org/officeDocument/2006/relationships" id="259" r:id="R11f998ed6c6e405f"/>
    <p:sldId xmlns:r="http://schemas.openxmlformats.org/officeDocument/2006/relationships" id="260" r:id="Rde4dce52cc6b422b"/>
    <p:sldId xmlns:r="http://schemas.openxmlformats.org/officeDocument/2006/relationships" id="261" r:id="R4fcc27f557f745a0"/>
    <p:sldId xmlns:r="http://schemas.openxmlformats.org/officeDocument/2006/relationships" id="262" r:id="R87d9d2ad34c84641"/>
    <p:sldId xmlns:r="http://schemas.openxmlformats.org/officeDocument/2006/relationships" id="263" r:id="R68b2a5936fa840f1"/>
    <p:sldId xmlns:r="http://schemas.openxmlformats.org/officeDocument/2006/relationships" id="264" r:id="R3c64d941fe6140a4"/>
    <p:sldId xmlns:r="http://schemas.openxmlformats.org/officeDocument/2006/relationships" id="265" r:id="R71b590050c3344fe"/>
    <p:sldId xmlns:r="http://schemas.openxmlformats.org/officeDocument/2006/relationships" id="266" r:id="R6a4f331dfae54321"/>
    <p:sldId xmlns:r="http://schemas.openxmlformats.org/officeDocument/2006/relationships" id="267" r:id="Rc71ed82fdbac44d3"/>
    <p:sldId xmlns:r="http://schemas.openxmlformats.org/officeDocument/2006/relationships" id="268" r:id="R9664076ba29040f8"/>
    <p:sldId xmlns:r="http://schemas.openxmlformats.org/officeDocument/2006/relationships" id="269" r:id="R08ba13eb94ba4a61"/>
    <p:sldId xmlns:r="http://schemas.openxmlformats.org/officeDocument/2006/relationships" id="270" r:id="R901d7f2726d344a4"/>
    <p:sldId xmlns:r="http://schemas.openxmlformats.org/officeDocument/2006/relationships" id="271" r:id="R1e9b7038f7ee42da"/>
    <p:sldId xmlns:r="http://schemas.openxmlformats.org/officeDocument/2006/relationships" id="272" r:id="R46db503caf594b66"/>
    <p:sldId xmlns:r="http://schemas.openxmlformats.org/officeDocument/2006/relationships" id="273" r:id="R7695bf7569874f0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f26b5fd71864423" /><Relationship Type="http://schemas.openxmlformats.org/officeDocument/2006/relationships/slideMaster" Target="/ppt/slideMasters/slideMaster1.xml" Id="R5611f7f8d6894efb" /><Relationship Type="http://schemas.openxmlformats.org/officeDocument/2006/relationships/notesMaster" Target="/ppt/notesMasters/notesMaster1.xml" Id="R751b1b18e4ee47ae" /><Relationship Type="http://schemas.openxmlformats.org/officeDocument/2006/relationships/presProps" Target="/ppt/presProps.xml" Id="R7ad4a5d19356449c" /><Relationship Type="http://schemas.openxmlformats.org/officeDocument/2006/relationships/tableStyles" Target="/ppt/tableStyles.xml" Id="Rbc894af0a38841fa" /><Relationship Type="http://schemas.openxmlformats.org/officeDocument/2006/relationships/slide" Target="/ppt/slides/slide1.xml" Id="R12e4b7df66b84098" /><Relationship Type="http://schemas.openxmlformats.org/officeDocument/2006/relationships/slide" Target="/ppt/slides/slide2.xml" Id="R96b335bbcbf8402b" /><Relationship Type="http://schemas.openxmlformats.org/officeDocument/2006/relationships/slide" Target="/ppt/slides/slide3.xml" Id="Rf269ec554da24779" /><Relationship Type="http://schemas.openxmlformats.org/officeDocument/2006/relationships/slide" Target="/ppt/slides/slide4.xml" Id="R11f998ed6c6e405f" /><Relationship Type="http://schemas.openxmlformats.org/officeDocument/2006/relationships/slide" Target="/ppt/slides/slide5.xml" Id="Rde4dce52cc6b422b" /><Relationship Type="http://schemas.openxmlformats.org/officeDocument/2006/relationships/slide" Target="/ppt/slides/slide6.xml" Id="R4fcc27f557f745a0" /><Relationship Type="http://schemas.openxmlformats.org/officeDocument/2006/relationships/slide" Target="/ppt/slides/slide7.xml" Id="R87d9d2ad34c84641" /><Relationship Type="http://schemas.openxmlformats.org/officeDocument/2006/relationships/slide" Target="/ppt/slides/slide8.xml" Id="R68b2a5936fa840f1" /><Relationship Type="http://schemas.openxmlformats.org/officeDocument/2006/relationships/slide" Target="/ppt/slides/slide9.xml" Id="R3c64d941fe6140a4" /><Relationship Type="http://schemas.openxmlformats.org/officeDocument/2006/relationships/slide" Target="/ppt/slides/slide10.xml" Id="R71b590050c3344fe" /><Relationship Type="http://schemas.openxmlformats.org/officeDocument/2006/relationships/slide" Target="/ppt/slides/slide11.xml" Id="R6a4f331dfae54321" /><Relationship Type="http://schemas.openxmlformats.org/officeDocument/2006/relationships/slide" Target="/ppt/slides/slide12.xml" Id="Rc71ed82fdbac44d3" /><Relationship Type="http://schemas.openxmlformats.org/officeDocument/2006/relationships/slide" Target="/ppt/slides/slide13.xml" Id="R9664076ba29040f8" /><Relationship Type="http://schemas.openxmlformats.org/officeDocument/2006/relationships/slide" Target="/ppt/slides/slide14.xml" Id="R08ba13eb94ba4a61" /><Relationship Type="http://schemas.openxmlformats.org/officeDocument/2006/relationships/slide" Target="/ppt/slides/slide15.xml" Id="R901d7f2726d344a4" /><Relationship Type="http://schemas.openxmlformats.org/officeDocument/2006/relationships/slide" Target="/ppt/slides/slide16.xml" Id="R1e9b7038f7ee42da" /><Relationship Type="http://schemas.openxmlformats.org/officeDocument/2006/relationships/slide" Target="/ppt/slides/slide17.xml" Id="R46db503caf594b66" /><Relationship Type="http://schemas.openxmlformats.org/officeDocument/2006/relationships/slide" Target="/ppt/slides/slide18.xml" Id="R7695bf7569874f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9adab7c5ae74e6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d7acaeac83c4c9f" /><Relationship Type="http://schemas.openxmlformats.org/officeDocument/2006/relationships/notesMaster" Target="/ppt/notesMasters/notesMaster1.xml" Id="R3f31b8df337543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ac72d7a3974c0d" /><Relationship Type="http://schemas.openxmlformats.org/officeDocument/2006/relationships/notesMaster" Target="/ppt/notesMasters/notesMaster1.xml" Id="R81728bebfc294cf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d4e306438ed4c2f" /><Relationship Type="http://schemas.openxmlformats.org/officeDocument/2006/relationships/notesMaster" Target="/ppt/notesMasters/notesMaster1.xml" Id="Rf1cb38110a7e42f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08679169dd646ab" /><Relationship Type="http://schemas.openxmlformats.org/officeDocument/2006/relationships/notesMaster" Target="/ppt/notesMasters/notesMaster1.xml" Id="Re318e00ab5dc4d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9d44b5cf554c1e" /><Relationship Type="http://schemas.openxmlformats.org/officeDocument/2006/relationships/notesMaster" Target="/ppt/notesMasters/notesMaster1.xml" Id="Ra5f1620f981240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cc4b0229e3094eaf" /><Relationship Type="http://schemas.openxmlformats.org/officeDocument/2006/relationships/notesMaster" Target="/ppt/notesMasters/notesMaster1.xml" Id="R190f7402350e4f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bae62bd2dcf44ba1" /><Relationship Type="http://schemas.openxmlformats.org/officeDocument/2006/relationships/notesMaster" Target="/ppt/notesMasters/notesMaster1.xml" Id="Rd18f7de9527c4a5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469d1c7f1a54343" /><Relationship Type="http://schemas.openxmlformats.org/officeDocument/2006/relationships/notesMaster" Target="/ppt/notesMasters/notesMaster1.xml" Id="Rd2410f2d1cc747b8" /></Relationships>
</file>

<file path=ppt/notesSlides/_rels/notesSlide9.xml.rels>&#65279;<?xml version="1.0" encoding="utf-8"?><Relationships xmlns="http://schemas.openxmlformats.org/package/2006/relationships"><Relationship Type="http://schemas.openxmlformats.org/officeDocument/2006/relationships/slide" Target="/ppt/slides/slide9.xml" Id="Rd6cfc1c7e19a4a21" /><Relationship Type="http://schemas.openxmlformats.org/officeDocument/2006/relationships/notesMaster" Target="/ppt/notesMasters/notesMaster1.xml" Id="R0788a2075e6c46f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5ee7a73e7f34abc" /><Relationship Type="http://schemas.openxmlformats.org/officeDocument/2006/relationships/notesMaster" Target="/ppt/notesMasters/notesMaster1.xml" Id="R906c36a38ace47b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fa24e76ce0b4771" /><Relationship Type="http://schemas.openxmlformats.org/officeDocument/2006/relationships/notesMaster" Target="/ppt/notesMasters/notesMaster1.xml" Id="Rdc5910da24fb45a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e793eed99eb4970" /><Relationship Type="http://schemas.openxmlformats.org/officeDocument/2006/relationships/notesMaster" Target="/ppt/notesMasters/notesMaster1.xml" Id="R8c140871bb59480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b45b9e3dbc14cb2" /><Relationship Type="http://schemas.openxmlformats.org/officeDocument/2006/relationships/notesMaster" Target="/ppt/notesMasters/notesMaster1.xml" Id="R045d845c62e8427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b055c57e8804ed7" /><Relationship Type="http://schemas.openxmlformats.org/officeDocument/2006/relationships/notesMaster" Target="/ppt/notesMasters/notesMaster1.xml" Id="R9dcbae7586ac4f6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3205e8ff8a249fb" /><Relationship Type="http://schemas.openxmlformats.org/officeDocument/2006/relationships/notesMaster" Target="/ppt/notesMasters/notesMaster1.xml" Id="R55d788fa7730490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275cc12f992445d" /><Relationship Type="http://schemas.openxmlformats.org/officeDocument/2006/relationships/notesMaster" Target="/ppt/notesMasters/notesMaster1.xml" Id="Rce3c2972da934f9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cde463121084885" /><Relationship Type="http://schemas.openxmlformats.org/officeDocument/2006/relationships/notesMaster" Target="/ppt/notesMasters/notesMaster1.xml" Id="Ra363491fd6864dc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e0c3561cb724dbe" /><Relationship Type="http://schemas.openxmlformats.org/officeDocument/2006/relationships/notesMaster" Target="/ppt/notesMasters/notesMaster1.xml" Id="R9a47246c17a0484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Abrir con la pregunta de portada. Explicar que la seguridad se estudiará como una característica de calidad que se diseña, se prueba, se observa y se mejora. La ilustración funciona como punto de entrada visual, no como un diagrama técnico.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Presentar el recorrido. Aclarar que los primeros cuatro puntos corresponden a avisos y seguimiento del proyecto. Después se pasa del concepto general de seguridad a la aplicación mediante amenazas, controles, pruebas y evidencia.</a:t>
            </a:r>
          </a:p>
          <a:p xmlns:a="http://schemas.openxmlformats.org/drawingml/2006/main">
            <a:r>
              <a:t/>
            </a:r>
          </a:p>
          <a:p xmlns:a="http://schemas.openxmlformats.org/drawingml/2006/main">
            <a:r>
              <a:t>[Fuentes de apoyo]</a:t>
            </a:r>
          </a:p>
          <a:p xmlns:a="http://schemas.openxmlformats.org/drawingml/2006/main">
            <a:r>
              <a:t>- NIST Cybersecurity Framework 2.0: https://www.nist.gov/cyberframework</a:t>
            </a:r>
          </a:p>
          <a:p xmlns:a="http://schemas.openxmlformats.org/drawingml/2006/main">
            <a:r>
              <a:t>- NIST CSF 2.0 Resource and Overview Guide: https://csrc.nist.gov/pubs/sp/1299/final</a:t>
            </a:r>
          </a:p>
          <a:p xmlns:a="http://schemas.openxmlformats.org/drawingml/2006/main">
            <a:r>
              <a:t>- OWASP Top 10: https://owasp.org/projects/Top-Ten</a:t>
            </a:r>
          </a:p>
          <a:p xmlns:a="http://schemas.openxmlformats.org/drawingml/2006/main">
            <a:r>
              <a:t>- OWASP Application Security Verification Standard: https://owasp.org/projects/asvs</a:t>
            </a:r>
          </a:p>
          <a:p xmlns:a="http://schemas.openxmlformats.org/drawingml/2006/main">
            <a:r>
              <a:t>[/Fuentes de apoyo]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Usar la diapositiva como apoyo visual para completar los avisos. No agregar fechas, horarios o lecturas que no estén disponibles. Después de comunicar la información oficial, enlazar con la idea de que la seguridad también debe quedar documentada como parte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Abrir con la relación con la semana 10. La seguridad es una característica de calidad, pero añade la perspectiva del riesgo: no basta con que una operación funcione, también hay que controlar quién puede ejecutarla y qué impacto tendría un uso indebido.</a:t>
            </a:r>
          </a:p>
          <a:p xmlns:a="http://schemas.openxmlformats.org/drawingml/2006/main">
            <a:r>
              <a:t/>
            </a:r>
          </a:p>
          <a:p xmlns:a="http://schemas.openxmlformats.org/drawingml/2006/main">
            <a:r>
              <a:t>[Fuentes de apoyo]</a:t>
            </a:r>
          </a:p>
          <a:p xmlns:a="http://schemas.openxmlformats.org/drawingml/2006/main">
            <a:r>
              <a:t>- NIST Cybersecurity Framework 2.0: https://www.nist.gov/cyberframework</a:t>
            </a:r>
          </a:p>
          <a:p xmlns:a="http://schemas.openxmlformats.org/drawingml/2006/main">
            <a:r>
              <a:t>- NIST CSF 2.0 Resource and Overview Guide: https://csrc.nist.gov/pubs/sp/1299/final</a:t>
            </a:r>
          </a:p>
          <a:p xmlns:a="http://schemas.openxmlformats.org/drawingml/2006/main">
            <a:r>
              <a:t>- OWASP Top 10: https://owasp.org/projects/Top-Ten</a:t>
            </a:r>
          </a:p>
          <a:p xmlns:a="http://schemas.openxmlformats.org/drawingml/2006/main">
            <a:r>
              <a:t>- OWASP Application Security Verification Standard: https://owasp.org/projects/asvs</a:t>
            </a:r>
          </a:p>
          <a:p xmlns:a="http://schemas.openxmlformats.org/drawingml/2006/main">
            <a:r>
              <a:t>[/Fuentes de apoyo]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la triada con las analogías. Enfatizar que los tres atributos pueden entrar en tensión: por ejemplo, un control demasiado restrictivo puede proteger la confidencialidad, pero afectar la disponibilidad. El diseño debe encontrar un equilibrio según el riesgo del sistema.</a:t>
            </a:r>
          </a:p>
          <a:p xmlns:a="http://schemas.openxmlformats.org/drawingml/2006/main">
            <a:r>
              <a:t/>
            </a:r>
          </a:p>
          <a:p xmlns:a="http://schemas.openxmlformats.org/drawingml/2006/main">
            <a:r>
              <a:t>[Fuentes de apoyo]</a:t>
            </a:r>
          </a:p>
          <a:p xmlns:a="http://schemas.openxmlformats.org/drawingml/2006/main">
            <a:r>
              <a:t>- NIST Cybersecurity Framework 2.0: https://www.nist.gov/cyberframework</a:t>
            </a:r>
          </a:p>
          <a:p xmlns:a="http://schemas.openxmlformats.org/drawingml/2006/main">
            <a:r>
              <a:t>- NIST CSF 2.0 Resource and Overview Guide: https://csrc.nist.gov/pubs/sp/1299/final</a:t>
            </a:r>
          </a:p>
          <a:p xmlns:a="http://schemas.openxmlformats.org/drawingml/2006/main">
            <a:r>
              <a:t>- OWASP Top 10: https://owasp.org/projects/Top-Ten</a:t>
            </a:r>
          </a:p>
          <a:p xmlns:a="http://schemas.openxmlformats.org/drawingml/2006/main">
            <a:r>
              <a:t>- OWASP Application Security Verification Standard: https://owasp.org/projects/asvs</a:t>
            </a:r>
          </a:p>
          <a:p xmlns:a="http://schemas.openxmlformats.org/drawingml/2006/main">
            <a:r>
              <a:t>[/Fuentes de apoyo]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Presentar el modelado como una forma ordenada de anticipar riesgos. No hace falta comenzar con herramientas complejas: basta con preguntar qué se protege, quién puede interactuar, qué podría salir mal, qué debilidad lo permitiría y qué control conviene revisar.</a:t>
            </a:r>
          </a:p>
          <a:p xmlns:a="http://schemas.openxmlformats.org/drawingml/2006/main">
            <a:r>
              <a:t/>
            </a:r>
          </a:p>
          <a:p xmlns:a="http://schemas.openxmlformats.org/drawingml/2006/main">
            <a:r>
              <a:t>[Fuentes de apoyo]</a:t>
            </a:r>
          </a:p>
          <a:p xmlns:a="http://schemas.openxmlformats.org/drawingml/2006/main">
            <a:r>
              <a:t>- NIST Cybersecurity Framework 2.0: https://www.nist.gov/cyberframework</a:t>
            </a:r>
          </a:p>
          <a:p xmlns:a="http://schemas.openxmlformats.org/drawingml/2006/main">
            <a:r>
              <a:t>- NIST CSF 2.0 Resource and Overview Guide: https://csrc.nist.gov/pubs/sp/1299/final</a:t>
            </a:r>
          </a:p>
          <a:p xmlns:a="http://schemas.openxmlformats.org/drawingml/2006/main">
            <a:r>
              <a:t>- OWASP Top 10: https://owasp.org/projects/Top-Ten</a:t>
            </a:r>
          </a:p>
          <a:p xmlns:a="http://schemas.openxmlformats.org/drawingml/2006/main">
            <a:r>
              <a:t>- OWASP Application Security Verification Standard: https://owasp.org/projects/asvs</a:t>
            </a:r>
          </a:p>
          <a:p xmlns:a="http://schemas.openxmlformats.org/drawingml/2006/main">
            <a:r>
              <a:t>[/Fuentes de apoyo]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Caminar por el ejemplo paso a paso. El dato protegido son las calificaciones. La amenaza consiste en consultar información ajena. La debilidad aparece cuando el servidor confía en un dato controlado por el cliente. El control se aplica en el servidor y la prueba verifica que no se filtre información.</a:t>
            </a:r>
          </a:p>
          <a:p xmlns:a="http://schemas.openxmlformats.org/drawingml/2006/main">
            <a:r>
              <a:t/>
            </a:r>
          </a:p>
          <a:p xmlns:a="http://schemas.openxmlformats.org/drawingml/2006/main">
            <a:r>
              <a:t>[Fuentes de apoyo]</a:t>
            </a:r>
          </a:p>
          <a:p xmlns:a="http://schemas.openxmlformats.org/drawingml/2006/main">
            <a:r>
              <a:t>- NIST Cybersecurity Framework 2.0: https://www.nist.gov/cyberframework</a:t>
            </a:r>
          </a:p>
          <a:p xmlns:a="http://schemas.openxmlformats.org/drawingml/2006/main">
            <a:r>
              <a:t>- NIST CSF 2.0 Resource and Overview Guide: https://csrc.nist.gov/pubs/sp/1299/final</a:t>
            </a:r>
          </a:p>
          <a:p xmlns:a="http://schemas.openxmlformats.org/drawingml/2006/main">
            <a:r>
              <a:t>- OWASP Top 10: https://owasp.org/projects/Top-Ten</a:t>
            </a:r>
          </a:p>
          <a:p xmlns:a="http://schemas.openxmlformats.org/drawingml/2006/main">
            <a:r>
              <a:t>- OWASP Application Security Verification Standard: https://owasp.org/projects/asvs</a:t>
            </a:r>
          </a:p>
          <a:p xmlns:a="http://schemas.openxmlformats.org/drawingml/2006/main">
            <a:r>
              <a:t>[/Fuentes de apoyo]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Relacionar los principios con decisiones de diseño ya conocidas. La idea central es limitar el alcance de un error: si un componente se compromete, sus permisos y datos accesibles deben ser acotados.</a:t>
            </a:r>
          </a:p>
          <a:p xmlns:a="http://schemas.openxmlformats.org/drawingml/2006/main">
            <a:r>
              <a:t/>
            </a:r>
          </a:p>
          <a:p xmlns:a="http://schemas.openxmlformats.org/drawingml/2006/main">
            <a:r>
              <a:t>[Fuentes de apoyo]</a:t>
            </a:r>
          </a:p>
          <a:p xmlns:a="http://schemas.openxmlformats.org/drawingml/2006/main">
            <a:r>
              <a:t>- NIST Cybersecurity Framework 2.0: https://www.nist.gov/cyberframework</a:t>
            </a:r>
          </a:p>
          <a:p xmlns:a="http://schemas.openxmlformats.org/drawingml/2006/main">
            <a:r>
              <a:t>- OWASP Application Security Verification Standard: https://owasp.org/projects/asvs</a:t>
            </a:r>
          </a:p>
          <a:p xmlns:a="http://schemas.openxmlformats.org/drawingml/2006/main">
            <a:r>
              <a:t>[/Fuentes de apoyo]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Usar el diagrama para explicar que el navegador puede enviar solicitudes manipuladas. La frontera de confianza obliga al servidor a validar la identidad, la autorización y los datos antes de ejecutar una operación.</a:t>
            </a:r>
          </a:p>
          <a:p xmlns:a="http://schemas.openxmlformats.org/drawingml/2006/main">
            <a:r>
              <a:t/>
            </a:r>
          </a:p>
          <a:p xmlns:a="http://schemas.openxmlformats.org/drawingml/2006/main">
            <a:r>
              <a:t>[Fuentes de apoyo]</a:t>
            </a:r>
          </a:p>
          <a:p xmlns:a="http://schemas.openxmlformats.org/drawingml/2006/main">
            <a:r>
              <a:t>- NIST Cybersecurity Framework 2.0: https://www.nist.gov/cyberframework</a:t>
            </a:r>
          </a:p>
          <a:p xmlns:a="http://schemas.openxmlformats.org/drawingml/2006/main">
            <a:r>
              <a:t>- OWASP Top 10: https://owasp.org/projects/Top-Ten</a:t>
            </a:r>
          </a:p>
          <a:p xmlns:a="http://schemas.openxmlformats.org/drawingml/2006/main">
            <a:r>
              <a:t>[/Fuentes de apoyo]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cada concepto con una analogía y remarcar que no son sinónimos. El cifrado busca ocultar contenido, el hash produce una huella, las claves participan en la protección y la firma ayuda a verificar origen e integridad. Enfatizar que las contraseñas no deben almacenarse como texto visible.</a:t>
            </a:r>
          </a:p>
          <a:p xmlns:a="http://schemas.openxmlformats.org/drawingml/2006/main">
            <a:r>
              <a:t/>
            </a:r>
          </a:p>
          <a:p xmlns:a="http://schemas.openxmlformats.org/drawingml/2006/main">
            <a:r>
              <a:t>[Fuentes de apoyo]</a:t>
            </a:r>
          </a:p>
          <a:p xmlns:a="http://schemas.openxmlformats.org/drawingml/2006/main">
            <a:r>
              <a:t>- NIST Cryptographic Standards and Guidelines: https://csrc.nist.gov/projects/cryptographic-standards-and-guidelines</a:t>
            </a:r>
          </a:p>
          <a:p xmlns:a="http://schemas.openxmlformats.org/drawingml/2006/main">
            <a:r>
              <a:t>- OWASP Password Storage Cheat Sheet: https://cheatsheetseries.owasp.org/cheatsheets/Password_Storage_Cheat_Sheet.html</a:t>
            </a:r>
          </a:p>
          <a:p xmlns:a="http://schemas.openxmlformats.org/drawingml/2006/main">
            <a:r>
              <a:t>[/Fuentes de apoyo]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Seguir el recorrido de un dato desde que se almacena hasta que se muestra. La clasificación de datos ayuda a decidir qué controles son necesarios y evita proteger de la misma manera información de distinto riesgo.</a:t>
            </a:r>
          </a:p>
          <a:p xmlns:a="http://schemas.openxmlformats.org/drawingml/2006/main">
            <a:r>
              <a:t/>
            </a:r>
          </a:p>
          <a:p xmlns:a="http://schemas.openxmlformats.org/drawingml/2006/main">
            <a:r>
              <a:t>[Fuentes de apoyo]</a:t>
            </a:r>
          </a:p>
          <a:p xmlns:a="http://schemas.openxmlformats.org/drawingml/2006/main">
            <a:r>
              <a:t>- NIST Privacy Framework: https://www.nist.gov/privacy-framework</a:t>
            </a:r>
          </a:p>
          <a:p xmlns:a="http://schemas.openxmlformats.org/drawingml/2006/main">
            <a:r>
              <a:t>- NIST Cybersecurity Framework 2.0: https://www.nist.gov/cyberframework</a:t>
            </a:r>
          </a:p>
          <a:p xmlns:a="http://schemas.openxmlformats.org/drawingml/2006/main">
            <a:r>
              <a:t>[/Fuentes de apoyo]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Usar la analogía de la alarma. Un registro aislado no basta: hay que relacionar la señal con una cuenta, un recurso, una hora y una acción para investigar. La monitorización también debe respetar el principio de minimizar la exposición de datos.</a:t>
            </a:r>
          </a:p>
          <a:p xmlns:a="http://schemas.openxmlformats.org/drawingml/2006/main">
            <a:r>
              <a:t/>
            </a:r>
          </a:p>
          <a:p xmlns:a="http://schemas.openxmlformats.org/drawingml/2006/main">
            <a:r>
              <a:t>[Fuentes de apoyo]</a:t>
            </a:r>
          </a:p>
          <a:p xmlns:a="http://schemas.openxmlformats.org/drawingml/2006/main">
            <a:r>
              <a:t>- NIST Cybersecurity Framework 2.0: https://www.nist.gov/cyberframework</a:t>
            </a:r>
          </a:p>
          <a:p xmlns:a="http://schemas.openxmlformats.org/drawingml/2006/main">
            <a:r>
              <a:t>- OWASP Logging Cheat Sheet: https://cheatsheetseries.owasp.org/cheatsheets/Logging_Cheat_Sheet.html</a:t>
            </a:r>
          </a:p>
          <a:p xmlns:a="http://schemas.openxmlformats.org/drawingml/2006/main">
            <a:r>
              <a:t>[/Fuentes de apoyo]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la respuesta como un ciclo. Preparar reduce improvisación, detectar permite actuar temprano, contener reduce impacto, recuperar devuelve el servicio y aprender evita repetir la misma debilidad. Relacionar el último paso con la mejora continua del diseño.</a:t>
            </a:r>
          </a:p>
          <a:p xmlns:a="http://schemas.openxmlformats.org/drawingml/2006/main">
            <a:r>
              <a:t/>
            </a:r>
          </a:p>
          <a:p xmlns:a="http://schemas.openxmlformats.org/drawingml/2006/main">
            <a:r>
              <a:t>[Fuentes de apoyo]</a:t>
            </a:r>
          </a:p>
          <a:p xmlns:a="http://schemas.openxmlformats.org/drawingml/2006/main">
            <a:r>
              <a:t>- NIST Cybersecurity Framework 2.0: https://www.nist.gov/cyberframework</a:t>
            </a:r>
          </a:p>
          <a:p xmlns:a="http://schemas.openxmlformats.org/drawingml/2006/main">
            <a:r>
              <a:t>- NIST Computer Security Incident Handling Guide: https://csrc.nist.gov/pubs/sp/800/61/r2/final</a:t>
            </a:r>
          </a:p>
          <a:p xmlns:a="http://schemas.openxmlformats.org/drawingml/2006/main">
            <a:r>
              <a:t>[/Fuentes de apoyo]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Conectar con las pruebas funcionales y no funcionales ya vistas. Una prueba de seguridad también tiene una entrada y un resultado esperado, pero se enfoca en permisos, abuso, datos expuestos y condiciones que el sistema debe rechazar.</a:t>
            </a:r>
          </a:p>
          <a:p xmlns:a="http://schemas.openxmlformats.org/drawingml/2006/main">
            <a:r>
              <a:t/>
            </a:r>
          </a:p>
          <a:p xmlns:a="http://schemas.openxmlformats.org/drawingml/2006/main">
            <a:r>
              <a:t>[Fuentes de apoyo]</a:t>
            </a:r>
          </a:p>
          <a:p xmlns:a="http://schemas.openxmlformats.org/drawingml/2006/main">
            <a:r>
              <a:t>- OWASP Application Security Verification Standard: https://owasp.org/projects/asvs</a:t>
            </a:r>
          </a:p>
          <a:p xmlns:a="http://schemas.openxmlformats.org/drawingml/2006/main">
            <a:r>
              <a:t>- OWASP Top 10: https://owasp.org/projects/Top-Ten</a:t>
            </a:r>
          </a:p>
          <a:p xmlns:a="http://schemas.openxmlformats.org/drawingml/2006/main">
            <a:r>
              <a:t>[/Fuentes de apoyo]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Mostrar cómo pasar de una amenaza a un caso de prueba. El criterio debe describir lo que el sistema debe impedir y la evidencia que confirma que no se filtró información. Este patrón puede reutilizarse con cada riesgo importante del proyecto.</a:t>
            </a:r>
          </a:p>
          <a:p xmlns:a="http://schemas.openxmlformats.org/drawingml/2006/main">
            <a:r>
              <a:t/>
            </a:r>
          </a:p>
          <a:p xmlns:a="http://schemas.openxmlformats.org/drawingml/2006/main">
            <a:r>
              <a:t>[Fuentes de apoyo]</a:t>
            </a:r>
          </a:p>
          <a:p xmlns:a="http://schemas.openxmlformats.org/drawingml/2006/main">
            <a:r>
              <a:t>- OWASP Application Security Verification Standard: https://owasp.org/projects/asvs</a:t>
            </a:r>
          </a:p>
          <a:p xmlns:a="http://schemas.openxmlformats.org/drawingml/2006/main">
            <a:r>
              <a:t>- OWASP Testing Guide: https://owasp.org/www-project-web-security-testing-guide/</a:t>
            </a:r>
          </a:p>
          <a:p xmlns:a="http://schemas.openxmlformats.org/drawingml/2006/main">
            <a:r>
              <a:t>[/Fuentes de apoyo]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Mantener el enfoque conceptual. Explicar que el cumplimiento no consiste en memorizar una ley, sino en poder relacionar una expectativa con un requisito, un control y evidencia revisable. En el proyecto, esta cadena ayuda a convertir la seguridad en decisiones verificables.</a:t>
            </a:r>
          </a:p>
          <a:p xmlns:a="http://schemas.openxmlformats.org/drawingml/2006/main">
            <a:r>
              <a:t/>
            </a:r>
          </a:p>
          <a:p xmlns:a="http://schemas.openxmlformats.org/drawingml/2006/main">
            <a:r>
              <a:t>[Fuentes de apoyo]</a:t>
            </a:r>
          </a:p>
          <a:p xmlns:a="http://schemas.openxmlformats.org/drawingml/2006/main">
            <a:r>
              <a:t>- NIST Cybersecurity Framework 2.0: https://www.nist.gov/cyberframework</a:t>
            </a:r>
          </a:p>
          <a:p xmlns:a="http://schemas.openxmlformats.org/drawingml/2006/main">
            <a:r>
              <a:t>- NIST CSF 2.0 Resource and Overview Guide: https://csrc.nist.gov/pubs/sp/1299/final</a:t>
            </a:r>
          </a:p>
          <a:p xmlns:a="http://schemas.openxmlformats.org/drawingml/2006/main">
            <a:r>
              <a:t>[/Fuentes de apoyo]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Usar el caso como participación breve. Pedir que el grupo identifique el activo, la amenaza, el control, la evidencia y la prueba. La intención no es memorizar una solución única, sino practicar el razonamiento de seguridad.</a:t>
            </a:r>
          </a:p>
          <a:p xmlns:a="http://schemas.openxmlformats.org/drawingml/2006/main">
            <a:r>
              <a:t/>
            </a:r>
          </a:p>
          <a:p xmlns:a="http://schemas.openxmlformats.org/drawingml/2006/main">
            <a:r>
              <a:t>[Fuentes de apoyo]</a:t>
            </a:r>
          </a:p>
          <a:p xmlns:a="http://schemas.openxmlformats.org/drawingml/2006/main">
            <a:r>
              <a:t>- NIST Cybersecurity Framework 2.0: https://www.nist.gov/cyberframework</a:t>
            </a:r>
          </a:p>
          <a:p xmlns:a="http://schemas.openxmlformats.org/drawingml/2006/main">
            <a:r>
              <a:t>- NIST CSF 2.0 Resource and Overview Guide: https://csrc.nist.gov/pubs/sp/1299/final</a:t>
            </a:r>
          </a:p>
          <a:p xmlns:a="http://schemas.openxmlformats.org/drawingml/2006/main">
            <a:r>
              <a:t>- OWASP Top 10: https://owasp.org/projects/Top-Ten</a:t>
            </a:r>
          </a:p>
          <a:p xmlns:a="http://schemas.openxmlformats.org/drawingml/2006/main">
            <a:r>
              <a:t>- OWASP Application Security Verification Standard: https://owasp.org/projects/asvs</a:t>
            </a:r>
          </a:p>
          <a:p xmlns:a="http://schemas.openxmlformats.org/drawingml/2006/main">
            <a:r>
              <a:t>[/Fuentes de apoyo]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Cerrar recuperando el recorrido completo. Pedir que cada equipo elija un activo o una función crítica del proyecto y formule una amenaza, un control y una prueba. Dejar abierta la discusión para conectar seguridad con la Fase 2.</a:t>
            </a:r>
          </a:p>
          <a:p xmlns:a="http://schemas.openxmlformats.org/drawingml/2006/main">
            <a:r>
              <a:t/>
            </a:r>
          </a:p>
          <a:p xmlns:a="http://schemas.openxmlformats.org/drawingml/2006/main">
            <a:r>
              <a:t>[Fuentes de apoyo]</a:t>
            </a:r>
          </a:p>
          <a:p xmlns:a="http://schemas.openxmlformats.org/drawingml/2006/main">
            <a:r>
              <a:t>- NIST Cybersecurity Framework 2.0: https://www.nist.gov/cyberframework</a:t>
            </a:r>
          </a:p>
          <a:p xmlns:a="http://schemas.openxmlformats.org/drawingml/2006/main">
            <a:r>
              <a:t>- NIST CSF 2.0 Resource and Overview Guide: https://csrc.nist.gov/pubs/sp/1299/final</a:t>
            </a:r>
          </a:p>
          <a:p xmlns:a="http://schemas.openxmlformats.org/drawingml/2006/main">
            <a:r>
              <a:t>- OWASP Top 10: https://owasp.org/projects/Top-Ten</a:t>
            </a:r>
          </a:p>
          <a:p xmlns:a="http://schemas.openxmlformats.org/drawingml/2006/main">
            <a:r>
              <a:t>- OWASP Application Security Verification Standard: https://owasp.org/projects/asvs</a:t>
            </a:r>
          </a:p>
          <a:p xmlns:a="http://schemas.openxmlformats.org/drawingml/2006/main">
            <a:r>
              <a:t>[/Fuentes de apoyo]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ef4260155a42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55e1acafb644410" /><Relationship Type="http://schemas.openxmlformats.org/officeDocument/2006/relationships/slideLayout" Target="/ppt/slideLayouts/slideLayout1.xml" Id="R113660acf6b14e9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3660acf6b14e9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c9c11b0f4b8458b" /><Relationship Type="http://schemas.openxmlformats.org/officeDocument/2006/relationships/image" Target="/ppt/media/image.png" Id="R73a4dedaa7d74155" /><Relationship Type="http://schemas.openxmlformats.org/officeDocument/2006/relationships/notesSlide" Target="/ppt/notesSlides/notesSlide1.xml" Id="R4db425e959a840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9b72b33cefa447a" /><Relationship Type="http://schemas.openxmlformats.org/officeDocument/2006/relationships/notesSlide" Target="/ppt/notesSlides/notesSlide2.xml" Id="R8ca816c538c7456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90d590e0c434705" /><Relationship Type="http://schemas.openxmlformats.org/officeDocument/2006/relationships/notesSlide" Target="/ppt/notesSlides/notesSlide3.xml" Id="R6b82750cb96e449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59fa4e353524a1e" /><Relationship Type="http://schemas.openxmlformats.org/officeDocument/2006/relationships/notesSlide" Target="/ppt/notesSlides/notesSlide4.xml" Id="R294242c08dd743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04b278cbdb4787" /><Relationship Type="http://schemas.openxmlformats.org/officeDocument/2006/relationships/notesSlide" Target="/ppt/notesSlides/notesSlide5.xml" Id="Rfeeedcc1f46345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7c89ef20a864786" /><Relationship Type="http://schemas.openxmlformats.org/officeDocument/2006/relationships/notesSlide" Target="/ppt/notesSlides/notesSlide6.xml" Id="R3f387bee44ac49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2f9e1c4e2e34957" /><Relationship Type="http://schemas.openxmlformats.org/officeDocument/2006/relationships/notesSlide" Target="/ppt/notesSlides/notesSlide7.xml" Id="R3f47aa2023014d0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089e06af8b4479b" /><Relationship Type="http://schemas.openxmlformats.org/officeDocument/2006/relationships/notesSlide" Target="/ppt/notesSlides/notesSlide8.xml" Id="R0426db34b8a8426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ba59a96391c4f22" /><Relationship Type="http://schemas.openxmlformats.org/officeDocument/2006/relationships/notesSlide" Target="/ppt/notesSlides/notesSlide9.xml" Id="Re80917c3e2a0487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9b6d66ddff943d8" /><Relationship Type="http://schemas.openxmlformats.org/officeDocument/2006/relationships/notesSlide" Target="/ppt/notesSlides/notesSlide10.xml" Id="R318e5645701f4f7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bd77e3a8a53497f" /><Relationship Type="http://schemas.openxmlformats.org/officeDocument/2006/relationships/notesSlide" Target="/ppt/notesSlides/notesSlide11.xml" Id="R49d4bc61db58449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9e316be99c1492d" /><Relationship Type="http://schemas.openxmlformats.org/officeDocument/2006/relationships/notesSlide" Target="/ppt/notesSlides/notesSlide12.xml" Id="R2599122e143e4a5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26e5dec5af64d2f" /><Relationship Type="http://schemas.openxmlformats.org/officeDocument/2006/relationships/notesSlide" Target="/ppt/notesSlides/notesSlide13.xml" Id="Re7ac40e581024f5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1fcab8f321948fa" /><Relationship Type="http://schemas.openxmlformats.org/officeDocument/2006/relationships/notesSlide" Target="/ppt/notesSlides/notesSlide14.xml" Id="R6ff7ec1c6c4c464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1e0677b49884f8d" /><Relationship Type="http://schemas.openxmlformats.org/officeDocument/2006/relationships/notesSlide" Target="/ppt/notesSlides/notesSlide15.xml" Id="Rb32d34cbc39349e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4ecabe1f6eb4080" /><Relationship Type="http://schemas.openxmlformats.org/officeDocument/2006/relationships/notesSlide" Target="/ppt/notesSlides/notesSlide16.xml" Id="R3ef4a607708b447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b0a9622ae974ed3" /><Relationship Type="http://schemas.openxmlformats.org/officeDocument/2006/relationships/notesSlide" Target="/ppt/notesSlides/notesSlide17.xml" Id="R039eff07a08b474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45a2673877c4a22" /><Relationship Type="http://schemas.openxmlformats.org/officeDocument/2006/relationships/notesSlide" Target="/ppt/notesSlides/notesSlide18.xml" Id="R1ca0fe76d11649d0"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cover-left">
            <a:extLst xmlns:a="http://schemas.openxmlformats.org/drawingml/2006/main">
              <a:ext uri="{FF2B5EF4-FFF2-40B4-BE49-F238E27FC236}">
                <a16:creationId xmlns:a16="http://schemas.microsoft.com/office/drawing/2014/main" id="{684672CD-363B-45A2-88BB-196D1BFA8E48}"/>
              </a:ext>
            </a:extLst>
          </p:cNvPr>
          <p:cNvSpPr>
            <a:spLocks xmlns:a="http://schemas.openxmlformats.org/drawingml/2006/main" noGrp="1"/>
          </p:cNvSpPr>
          <p:nvPr/>
        </p:nvSpPr>
        <p:spPr>
          <a:xfrm xmlns:a="http://schemas.openxmlformats.org/drawingml/2006/main">
            <a:off x="0" y="0"/>
            <a:ext cx="4876800" cy="6858000"/>
          </a:xfrm>
          <a:prstGeom xmlns:a="http://schemas.openxmlformats.org/drawingml/2006/main" prst="rect">
            <a:avLst/>
          </a:prstGeom>
          <a:solidFill xmlns:a="http://schemas.openxmlformats.org/drawingml/2006/main">
            <a:srgbClr val="18324C"/>
          </a:solidFill>
          <a:ln xmlns:a="http://schemas.openxmlformats.org/drawingml/2006/main" w="0">
            <a:solidFill>
              <a:srgbClr val="18324C"/>
            </a:solidFill>
            <a:prstDash val="solid"/>
          </a:ln>
        </p:spPr>
      </p:sp>
      <p:sp>
        <p:nvSpPr>
          <p:cNvPr id="2" name="cover-gold-strip">
            <a:extLst xmlns:a="http://schemas.openxmlformats.org/drawingml/2006/main">
              <a:ext uri="{FF2B5EF4-FFF2-40B4-BE49-F238E27FC236}">
                <a16:creationId xmlns:a16="http://schemas.microsoft.com/office/drawing/2014/main" id="{FE2A3FCD-00AB-42B9-844C-D2401D5A4A70}"/>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C99B2E"/>
          </a:solidFill>
          <a:ln xmlns:a="http://schemas.openxmlformats.org/drawingml/2006/main" w="0">
            <a:solidFill>
              <a:srgbClr val="C99B2E"/>
            </a:solidFill>
            <a:prstDash val="solid"/>
          </a:ln>
        </p:spPr>
      </p:sp>
      <p:sp>
        <p:nvSpPr>
          <p:cNvPr id="3" name="cover-course">
            <a:extLst xmlns:a="http://schemas.openxmlformats.org/drawingml/2006/main">
              <a:ext uri="{FF2B5EF4-FFF2-40B4-BE49-F238E27FC236}">
                <a16:creationId xmlns:a16="http://schemas.microsoft.com/office/drawing/2014/main" id="{2C05A4C1-86D2-4E15-8954-5AAA0C43D97B}"/>
              </a:ext>
            </a:extLst>
          </p:cNvPr>
          <p:cNvSpPr>
            <a:spLocks xmlns:a="http://schemas.openxmlformats.org/drawingml/2006/main" noGrp="1"/>
          </p:cNvSpPr>
          <p:nvPr/>
        </p:nvSpPr>
        <p:spPr>
          <a:xfrm xmlns:a="http://schemas.openxmlformats.org/drawingml/2006/main">
            <a:off x="685800" y="723900"/>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1650" b="1" i="0">
                <a:solidFill>
                  <a:srgbClr val="FFFFFF"/>
                </a:solidFill>
                <a:latin typeface="LiberationSans"/>
                <a:ea typeface="LiberationSans"/>
                <a:cs typeface="LiberationSans"/>
              </a:defRPr>
            </a:pPr>
            <a:r>
              <a:rPr sz="1650" b="1" i="0">
                <a:solidFill>
                  <a:srgbClr val="FFFFFF"/>
                </a:solidFill>
                <a:latin typeface="LiberationSans"/>
                <a:ea typeface="LiberationSans"/>
                <a:cs typeface="LiberationSans"/>
              </a:rPr>
              <a:t>ANÁLISIS Y DISEÑO</a:t>
            </a:r>
          </a:p>
          <a:p xmlns:a="http://schemas.openxmlformats.org/drawingml/2006/main">
            <a:pPr algn="l">
              <a:lnSpc>
                <a:spcPct val="96000"/>
              </a:lnSpc>
              <a:buNone/>
              <a:defRPr sz="1650" b="1" i="0">
                <a:solidFill>
                  <a:srgbClr val="FFFFFF"/>
                </a:solidFill>
                <a:latin typeface="LiberationSans"/>
                <a:ea typeface="LiberationSans"/>
                <a:cs typeface="LiberationSans"/>
              </a:defRPr>
            </a:pPr>
            <a:r>
              <a:rPr sz="1650" b="1" i="0">
                <a:solidFill>
                  <a:srgbClr val="FFFFFF"/>
                </a:solidFill>
                <a:latin typeface="LiberationSans"/>
                <a:ea typeface="LiberationSans"/>
                <a:cs typeface="LiberationSans"/>
              </a:rPr>
              <a:t>DE SISTEMAS 2</a:t>
            </a:r>
          </a:p>
        </p:txBody>
      </p:sp>
      <p:sp>
        <p:nvSpPr>
          <p:cNvPr id="4" name="cover-title">
            <a:extLst xmlns:a="http://schemas.openxmlformats.org/drawingml/2006/main">
              <a:ext uri="{FF2B5EF4-FFF2-40B4-BE49-F238E27FC236}">
                <a16:creationId xmlns:a16="http://schemas.microsoft.com/office/drawing/2014/main" id="{2190C37E-E563-48AD-95B2-E32AF9AF64C9}"/>
              </a:ext>
            </a:extLst>
          </p:cNvPr>
          <p:cNvSpPr>
            <a:spLocks xmlns:a="http://schemas.openxmlformats.org/drawingml/2006/main" noGrp="1"/>
          </p:cNvSpPr>
          <p:nvPr/>
        </p:nvSpPr>
        <p:spPr>
          <a:xfrm xmlns:a="http://schemas.openxmlformats.org/drawingml/2006/main">
            <a:off x="685800" y="2266950"/>
            <a:ext cx="34290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4050" b="1" i="0">
                <a:solidFill>
                  <a:srgbClr val="FFFFFF"/>
                </a:solidFill>
                <a:latin typeface="LiberationSans"/>
                <a:ea typeface="LiberationSans"/>
                <a:cs typeface="LiberationSans"/>
              </a:defRPr>
            </a:pPr>
            <a:r>
              <a:rPr sz="4050" b="1" i="0">
                <a:solidFill>
                  <a:srgbClr val="FFFFFF"/>
                </a:solidFill>
                <a:latin typeface="LiberationSans"/>
                <a:ea typeface="LiberationSans"/>
                <a:cs typeface="LiberationSans"/>
              </a:rPr>
              <a:t>Seguridad</a:t>
            </a:r>
          </a:p>
          <a:p xmlns:a="http://schemas.openxmlformats.org/drawingml/2006/main">
            <a:pPr algn="l">
              <a:lnSpc>
                <a:spcPct val="94000"/>
              </a:lnSpc>
              <a:buNone/>
              <a:defRPr sz="4050" b="1" i="0">
                <a:solidFill>
                  <a:srgbClr val="FFFFFF"/>
                </a:solidFill>
                <a:latin typeface="LiberationSans"/>
                <a:ea typeface="LiberationSans"/>
                <a:cs typeface="LiberationSans"/>
              </a:defRPr>
            </a:pPr>
            <a:r>
              <a:rPr sz="4050" b="1" i="0">
                <a:solidFill>
                  <a:srgbClr val="FFFFFF"/>
                </a:solidFill>
                <a:latin typeface="LiberationSans"/>
                <a:ea typeface="LiberationSans"/>
                <a:cs typeface="LiberationSans"/>
              </a:rPr>
              <a:t>de sistemas</a:t>
            </a:r>
          </a:p>
        </p:txBody>
      </p:sp>
      <p:sp>
        <p:nvSpPr>
          <p:cNvPr id="5" name="cover-rule">
            <a:extLst xmlns:a="http://schemas.openxmlformats.org/drawingml/2006/main">
              <a:ext uri="{FF2B5EF4-FFF2-40B4-BE49-F238E27FC236}">
                <a16:creationId xmlns:a16="http://schemas.microsoft.com/office/drawing/2014/main" id="{482BE26C-D758-4679-B0E8-135B7D28DF94}"/>
              </a:ext>
            </a:extLst>
          </p:cNvPr>
          <p:cNvSpPr>
            <a:spLocks xmlns:a="http://schemas.openxmlformats.org/drawingml/2006/main" noGrp="1"/>
          </p:cNvSpPr>
          <p:nvPr/>
        </p:nvSpPr>
        <p:spPr>
          <a:xfrm xmlns:a="http://schemas.openxmlformats.org/drawingml/2006/main">
            <a:off x="685800" y="3943350"/>
            <a:ext cx="1257300" cy="47625"/>
          </a:xfrm>
          <a:prstGeom xmlns:a="http://schemas.openxmlformats.org/drawingml/2006/main" prst="rect">
            <a:avLst/>
          </a:prstGeom>
          <a:solidFill xmlns:a="http://schemas.openxmlformats.org/drawingml/2006/main">
            <a:srgbClr val="C99B2E"/>
          </a:solidFill>
          <a:ln xmlns:a="http://schemas.openxmlformats.org/drawingml/2006/main" w="0">
            <a:solidFill>
              <a:srgbClr val="C99B2E"/>
            </a:solidFill>
            <a:prstDash val="solid"/>
          </a:ln>
        </p:spPr>
      </p:sp>
      <p:sp>
        <p:nvSpPr>
          <p:cNvPr id="6" name="cover-subtitle">
            <a:extLst xmlns:a="http://schemas.openxmlformats.org/drawingml/2006/main">
              <a:ext uri="{FF2B5EF4-FFF2-40B4-BE49-F238E27FC236}">
                <a16:creationId xmlns:a16="http://schemas.microsoft.com/office/drawing/2014/main" id="{BA958F56-F9BB-430E-9E49-8F499C2FE73C}"/>
              </a:ext>
            </a:extLst>
          </p:cNvPr>
          <p:cNvSpPr>
            <a:spLocks xmlns:a="http://schemas.openxmlformats.org/drawingml/2006/main" noGrp="1"/>
          </p:cNvSpPr>
          <p:nvPr/>
        </p:nvSpPr>
        <p:spPr>
          <a:xfrm xmlns:a="http://schemas.openxmlformats.org/drawingml/2006/main">
            <a:off x="685800" y="4305300"/>
            <a:ext cx="333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0" i="0">
                <a:solidFill>
                  <a:srgbClr val="E4ECF2"/>
                </a:solidFill>
                <a:latin typeface="LiberationSans"/>
                <a:ea typeface="LiberationSans"/>
                <a:cs typeface="LiberationSans"/>
              </a:defRPr>
            </a:pPr>
            <a:r>
              <a:rPr sz="1875" b="0" i="0">
                <a:solidFill>
                  <a:srgbClr val="E4ECF2"/>
                </a:solidFill>
                <a:latin typeface="LiberationSans"/>
                <a:ea typeface="LiberationSans"/>
                <a:cs typeface="LiberationSans"/>
              </a:rPr>
              <a:t>Prevención, protección,</a:t>
            </a:r>
          </a:p>
          <a:p xmlns:a="http://schemas.openxmlformats.org/drawingml/2006/main">
            <a:pPr algn="l">
              <a:lnSpc>
                <a:spcPct val="104000"/>
              </a:lnSpc>
              <a:buNone/>
              <a:defRPr sz="1875" b="0" i="0">
                <a:solidFill>
                  <a:srgbClr val="E4ECF2"/>
                </a:solidFill>
                <a:latin typeface="LiberationSans"/>
                <a:ea typeface="LiberationSans"/>
                <a:cs typeface="LiberationSans"/>
              </a:defRPr>
            </a:pPr>
            <a:r>
              <a:rPr sz="1875" b="0" i="0">
                <a:solidFill>
                  <a:srgbClr val="E4ECF2"/>
                </a:solidFill>
                <a:latin typeface="LiberationSans"/>
                <a:ea typeface="LiberationSans"/>
                <a:cs typeface="LiberationSans"/>
              </a:rPr>
              <a:t>pruebas y respuesta</a:t>
            </a:r>
          </a:p>
        </p:txBody>
      </p:sp>
      <p:sp>
        <p:nvSpPr>
          <p:cNvPr id="7" name="cover-label">
            <a:extLst xmlns:a="http://schemas.openxmlformats.org/drawingml/2006/main">
              <a:ext uri="{FF2B5EF4-FFF2-40B4-BE49-F238E27FC236}">
                <a16:creationId xmlns:a16="http://schemas.microsoft.com/office/drawing/2014/main" id="{9B134616-9C06-4E8E-B713-24646C725327}"/>
              </a:ext>
            </a:extLst>
          </p:cNvPr>
          <p:cNvSpPr>
            <a:spLocks xmlns:a="http://schemas.openxmlformats.org/drawingml/2006/main" noGrp="1"/>
          </p:cNvSpPr>
          <p:nvPr/>
        </p:nvSpPr>
        <p:spPr>
          <a:xfrm xmlns:a="http://schemas.openxmlformats.org/drawingml/2006/main">
            <a:off x="685800" y="60769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00" b="0" i="0">
                <a:solidFill>
                  <a:srgbClr val="C7D5E2"/>
                </a:solidFill>
                <a:latin typeface="LiberationSans"/>
                <a:ea typeface="LiberationSans"/>
                <a:cs typeface="LiberationSans"/>
              </a:defRPr>
            </a:pPr>
            <a:r>
              <a:rPr sz="1200" b="0" i="0">
                <a:solidFill>
                  <a:srgbClr val="C7D5E2"/>
                </a:solidFill>
                <a:latin typeface="LiberationSans"/>
                <a:ea typeface="LiberationSans"/>
                <a:cs typeface="LiberationSans"/>
              </a:rPr>
              <a:t>Presentación de clase</a:t>
            </a:r>
          </a:p>
        </p:txBody>
      </p:sp>
      <p:sp>
        <p:nvSpPr>
          <p:cNvPr id="8" name="cover-course-footer">
            <a:extLst xmlns:a="http://schemas.openxmlformats.org/drawingml/2006/main">
              <a:ext uri="{FF2B5EF4-FFF2-40B4-BE49-F238E27FC236}">
                <a16:creationId xmlns:a16="http://schemas.microsoft.com/office/drawing/2014/main" id="{A1C7BB52-21C4-4F95-8CE5-A2937ED69C7E}"/>
              </a:ext>
            </a:extLst>
          </p:cNvPr>
          <p:cNvSpPr>
            <a:spLocks xmlns:a="http://schemas.openxmlformats.org/drawingml/2006/main" noGrp="1"/>
          </p:cNvSpPr>
          <p:nvPr/>
        </p:nvSpPr>
        <p:spPr>
          <a:xfrm xmlns:a="http://schemas.openxmlformats.org/drawingml/2006/main">
            <a:off x="685800" y="6477000"/>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75" b="0" i="0">
                <a:solidFill>
                  <a:srgbClr val="8EA3B6"/>
                </a:solidFill>
                <a:latin typeface="LiberationSans"/>
                <a:ea typeface="LiberationSans"/>
                <a:cs typeface="LiberationSans"/>
              </a:defRPr>
            </a:pPr>
            <a:r>
              <a:rPr sz="975" b="0" i="0">
                <a:solidFill>
                  <a:srgbClr val="8EA3B6"/>
                </a:solidFill>
                <a:latin typeface="LiberationSans"/>
                <a:ea typeface="LiberationSans"/>
                <a:cs typeface="LiberationSans"/>
              </a:rPr>
              <a:t>ANÁLISIS Y DISEÑO DE SISTEMAS 2</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3a4dedaa7d74155"/>
          <a:stretch xmlns:a="http://schemas.openxmlformats.org/drawingml/2006/main"/>
        </p:blipFill>
        <p:spPr>
          <a:xfrm xmlns:a="http://schemas.openxmlformats.org/drawingml/2006/main">
            <a:off x="5295900" y="1155732"/>
            <a:ext cx="6419850" cy="3613085"/>
          </a:xfrm>
          <a:prstGeom xmlns:a="http://schemas.openxmlformats.org/drawingml/2006/main" prst="rect">
            <a:avLst/>
          </a:prstGeom>
        </p:spPr>
      </p:pic>
      <p:sp>
        <p:nvSpPr>
          <p:cNvPr id="10" name="cover-prompt">
            <a:extLst xmlns:a="http://schemas.openxmlformats.org/drawingml/2006/main">
              <a:ext uri="{FF2B5EF4-FFF2-40B4-BE49-F238E27FC236}">
                <a16:creationId xmlns:a16="http://schemas.microsoft.com/office/drawing/2014/main" id="{E992140E-440A-445A-AEFF-4022CC7590A0}"/>
              </a:ext>
            </a:extLst>
          </p:cNvPr>
          <p:cNvSpPr>
            <a:spLocks xmlns:a="http://schemas.openxmlformats.org/drawingml/2006/main" noGrp="1"/>
          </p:cNvSpPr>
          <p:nvPr/>
        </p:nvSpPr>
        <p:spPr>
          <a:xfrm xmlns:a="http://schemas.openxmlformats.org/drawingml/2006/main">
            <a:off x="6419850" y="5448300"/>
            <a:ext cx="49720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376"/>
          </a:bodyPr>
          <a:lstStyle xmlns:a="http://schemas.openxmlformats.org/drawingml/2006/main"/>
          <a:p xmlns:a="http://schemas.openxmlformats.org/drawingml/2006/main">
            <a:pPr algn="l">
              <a:lnSpc>
                <a:spcPct val="102000"/>
              </a:lnSpc>
              <a:buNone/>
              <a:defRPr sz="1725" b="1" i="0">
                <a:solidFill>
                  <a:srgbClr val="1C3854"/>
                </a:solidFill>
                <a:latin typeface="LiberationSans"/>
                <a:ea typeface="LiberationSans"/>
                <a:cs typeface="LiberationSans"/>
              </a:defRPr>
            </a:pPr>
            <a:r>
              <a:rPr sz="1725" b="1" i="0">
                <a:solidFill>
                  <a:srgbClr val="1C3854"/>
                </a:solidFill>
                <a:latin typeface="LiberationSans"/>
                <a:ea typeface="LiberationSans"/>
                <a:cs typeface="LiberationSans"/>
              </a:rPr>
              <a:t>¿Cómo protegemos un sistema cuando el uso cambia</a:t>
            </a:r>
          </a:p>
          <a:p xmlns:a="http://schemas.openxmlformats.org/drawingml/2006/main">
            <a:pPr algn="l">
              <a:lnSpc>
                <a:spcPct val="102000"/>
              </a:lnSpc>
              <a:buNone/>
              <a:defRPr sz="1725" b="1" i="0">
                <a:solidFill>
                  <a:srgbClr val="1C3854"/>
                </a:solidFill>
                <a:latin typeface="LiberationSans"/>
                <a:ea typeface="LiberationSans"/>
                <a:cs typeface="LiberationSans"/>
              </a:defRPr>
            </a:pPr>
            <a:r>
              <a:rPr sz="1725" b="1" i="0">
                <a:solidFill>
                  <a:srgbClr val="1C3854"/>
                </a:solidFill>
                <a:latin typeface="LiberationSans"/>
                <a:ea typeface="LiberationSans"/>
                <a:cs typeface="LiberationSans"/>
              </a:rPr>
              <a:t>o alguien intenta usarlo de forma inesperada?</a:t>
            </a:r>
          </a:p>
        </p:txBody>
      </p:sp>
      <p:sp>
        <p:nvSpPr>
          <p:cNvPr id="11" name="cover-number">
            <a:extLst xmlns:a="http://schemas.openxmlformats.org/drawingml/2006/main">
              <a:ext uri="{FF2B5EF4-FFF2-40B4-BE49-F238E27FC236}">
                <a16:creationId xmlns:a16="http://schemas.microsoft.com/office/drawing/2014/main" id="{5D256A01-B913-4BA1-A05F-DD0CA6D7C326}"/>
              </a:ext>
            </a:extLst>
          </p:cNvPr>
          <p:cNvSpPr>
            <a:spLocks xmlns:a="http://schemas.openxmlformats.org/drawingml/2006/main" noGrp="1"/>
          </p:cNvSpPr>
          <p:nvPr/>
        </p:nvSpPr>
        <p:spPr>
          <a:xfrm xmlns:a="http://schemas.openxmlformats.org/drawingml/2006/main">
            <a:off x="11049000" y="642937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i="0">
                <a:solidFill>
                  <a:srgbClr val="1C3854"/>
                </a:solidFill>
                <a:latin typeface="LiberationSans"/>
                <a:ea typeface="LiberationSans"/>
                <a:cs typeface="LiberationSans"/>
              </a:defRPr>
            </a:pPr>
            <a:r>
              <a:rPr sz="1050" b="1" i="0">
                <a:solidFill>
                  <a:srgbClr val="1C3854"/>
                </a:solidFill>
                <a:latin typeface="LiberationSans"/>
                <a:ea typeface="LiberationSans"/>
                <a:cs typeface="LiberationSans"/>
              </a:rPr>
              <a:t>01</a:t>
            </a:r>
          </a:p>
        </p:txBody>
      </p:sp>
    </p:spTree>
    <p:extLst>
      <p:ext uri="{BB962C8B-B14F-4D97-AF65-F5344CB8AC3E}">
        <p14:creationId xmlns:p14="http://schemas.microsoft.com/office/powerpoint/2010/main" val="1206479197"/>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44" name="agenda-kicker">
            <a:extLst xmlns:a="http://schemas.openxmlformats.org/drawingml/2006/main">
              <a:ext uri="{FF2B5EF4-FFF2-40B4-BE49-F238E27FC236}">
                <a16:creationId xmlns:a16="http://schemas.microsoft.com/office/drawing/2014/main" id="{9A2F9A26-71A6-4C26-B22A-DB71BBFB8434}"/>
              </a:ext>
            </a:extLst>
          </p:cNvPr>
          <p:cNvSpPr>
            <a:spLocks xmlns:a="http://schemas.openxmlformats.org/drawingml/2006/main" noGrp="1"/>
          </p:cNvSpPr>
          <p:nvPr/>
        </p:nvSpPr>
        <p:spPr>
          <a:xfrm xmlns:a="http://schemas.openxmlformats.org/drawingml/2006/main">
            <a:off x="685800" y="4000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i="0">
                <a:solidFill>
                  <a:srgbClr val="C99B2E"/>
                </a:solidFill>
                <a:latin typeface="LiberationSans"/>
                <a:ea typeface="LiberationSans"/>
                <a:cs typeface="LiberationSans"/>
              </a:defRPr>
            </a:pPr>
            <a:r>
              <a:rPr sz="1125" b="1" i="0">
                <a:solidFill>
                  <a:srgbClr val="C99B2E"/>
                </a:solidFill>
                <a:latin typeface="LiberationSans"/>
                <a:ea typeface="LiberationSans"/>
                <a:cs typeface="LiberationSans"/>
              </a:rPr>
              <a:t>RECORRIDO DE LA PRESENTACIÓN</a:t>
            </a:r>
          </a:p>
        </p:txBody>
      </p:sp>
      <p:sp>
        <p:nvSpPr>
          <p:cNvPr id="2" name="agenda-title">
            <a:extLst xmlns:a="http://schemas.openxmlformats.org/drawingml/2006/main">
              <a:ext uri="{FF2B5EF4-FFF2-40B4-BE49-F238E27FC236}">
                <a16:creationId xmlns:a16="http://schemas.microsoft.com/office/drawing/2014/main" id="{D4C39EEC-22DB-4641-A87B-64FFD19D9599}"/>
              </a:ext>
            </a:extLst>
          </p:cNvPr>
          <p:cNvSpPr>
            <a:spLocks xmlns:a="http://schemas.openxmlformats.org/drawingml/2006/main" noGrp="1"/>
          </p:cNvSpPr>
          <p:nvPr/>
        </p:nvSpPr>
        <p:spPr>
          <a:xfrm xmlns:a="http://schemas.openxmlformats.org/drawingml/2006/main">
            <a:off x="685800" y="685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150" b="1" i="0">
                <a:solidFill>
                  <a:srgbClr val="1C3854"/>
                </a:solidFill>
                <a:latin typeface="LiberationSans"/>
                <a:ea typeface="LiberationSans"/>
                <a:cs typeface="LiberationSans"/>
              </a:defRPr>
            </a:pPr>
            <a:r>
              <a:rPr sz="3150" b="1" i="0">
                <a:solidFill>
                  <a:srgbClr val="1C3854"/>
                </a:solidFill>
                <a:latin typeface="LiberationSans"/>
                <a:ea typeface="LiberationSans"/>
                <a:cs typeface="LiberationSans"/>
              </a:rPr>
              <a:t>Agenda</a:t>
            </a:r>
          </a:p>
        </p:txBody>
      </p:sp>
      <p:sp>
        <p:nvSpPr>
          <p:cNvPr id="3" name="agenda-rule">
            <a:extLst xmlns:a="http://schemas.openxmlformats.org/drawingml/2006/main">
              <a:ext uri="{FF2B5EF4-FFF2-40B4-BE49-F238E27FC236}">
                <a16:creationId xmlns:a16="http://schemas.microsoft.com/office/drawing/2014/main" id="{BED44191-29B5-48AB-97B2-68B60913B4FA}"/>
              </a:ext>
            </a:extLst>
          </p:cNvPr>
          <p:cNvSpPr>
            <a:spLocks xmlns:a="http://schemas.openxmlformats.org/drawingml/2006/main" noGrp="1"/>
          </p:cNvSpPr>
          <p:nvPr/>
        </p:nvSpPr>
        <p:spPr>
          <a:xfrm xmlns:a="http://schemas.openxmlformats.org/drawingml/2006/main">
            <a:off x="685800" y="1323975"/>
            <a:ext cx="1104900" cy="47625"/>
          </a:xfrm>
          <a:prstGeom xmlns:a="http://schemas.openxmlformats.org/drawingml/2006/main" prst="rect">
            <a:avLst/>
          </a:prstGeom>
          <a:solidFill xmlns:a="http://schemas.openxmlformats.org/drawingml/2006/main">
            <a:srgbClr val="C99B2E"/>
          </a:solidFill>
          <a:ln xmlns:a="http://schemas.openxmlformats.org/drawingml/2006/main" w="0">
            <a:solidFill>
              <a:srgbClr val="C99B2E"/>
            </a:solidFill>
            <a:prstDash val="solid"/>
          </a:ln>
        </p:spPr>
      </p:sp>
      <p:sp>
        <p:nvSpPr>
          <p:cNvPr id="4" name="footer-band-2">
            <a:extLst xmlns:a="http://schemas.openxmlformats.org/drawingml/2006/main">
              <a:ext uri="{FF2B5EF4-FFF2-40B4-BE49-F238E27FC236}">
                <a16:creationId xmlns:a16="http://schemas.microsoft.com/office/drawing/2014/main" id="{86E5ADE2-A7DE-406F-9CCC-A4B2B527F6A2}"/>
              </a:ext>
            </a:extLst>
          </p:cNvPr>
          <p:cNvSpPr>
            <a:spLocks xmlns:a="http://schemas.openxmlformats.org/drawingml/2006/main" noGrp="1"/>
          </p:cNvSpPr>
          <p:nvPr/>
        </p:nvSpPr>
        <p:spPr>
          <a:xfrm xmlns:a="http://schemas.openxmlformats.org/drawingml/2006/main">
            <a:off x="0" y="6705600"/>
            <a:ext cx="12192000" cy="152400"/>
          </a:xfrm>
          <a:prstGeom xmlns:a="http://schemas.openxmlformats.org/drawingml/2006/main" prst="rect">
            <a:avLst/>
          </a:prstGeom>
          <a:solidFill xmlns:a="http://schemas.openxmlformats.org/drawingml/2006/main">
            <a:srgbClr val="18324C"/>
          </a:solidFill>
          <a:ln xmlns:a="http://schemas.openxmlformats.org/drawingml/2006/main" w="0">
            <a:solidFill>
              <a:srgbClr val="18324C"/>
            </a:solidFill>
            <a:prstDash val="solid"/>
          </a:ln>
        </p:spPr>
      </p:sp>
      <p:sp>
        <p:nvSpPr>
          <p:cNvPr id="5" name="footer-label-2">
            <a:extLst xmlns:a="http://schemas.openxmlformats.org/drawingml/2006/main">
              <a:ext uri="{FF2B5EF4-FFF2-40B4-BE49-F238E27FC236}">
                <a16:creationId xmlns:a16="http://schemas.microsoft.com/office/drawing/2014/main" id="{1BD7B89A-80A9-4F0B-BB20-E2778F72B41B}"/>
              </a:ext>
            </a:extLst>
          </p:cNvPr>
          <p:cNvSpPr>
            <a:spLocks xmlns:a="http://schemas.openxmlformats.org/drawingml/2006/main" noGrp="1"/>
          </p:cNvSpPr>
          <p:nvPr/>
        </p:nvSpPr>
        <p:spPr>
          <a:xfrm xmlns:a="http://schemas.openxmlformats.org/drawingml/2006/main">
            <a:off x="685800" y="64293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75" b="0" i="0">
                <a:solidFill>
                  <a:srgbClr val="68747F"/>
                </a:solidFill>
                <a:latin typeface="LiberationSans"/>
                <a:ea typeface="LiberationSans"/>
                <a:cs typeface="LiberationSans"/>
              </a:defRPr>
            </a:pPr>
            <a:r>
              <a:rPr sz="975" b="0" i="0">
                <a:solidFill>
                  <a:srgbClr val="68747F"/>
                </a:solidFill>
                <a:latin typeface="LiberationSans"/>
                <a:ea typeface="LiberationSans"/>
                <a:cs typeface="LiberationSans"/>
              </a:rPr>
              <a:t>ANÁLISIS Y DISEÑO DE SISTEMAS 2</a:t>
            </a:r>
          </a:p>
        </p:txBody>
      </p:sp>
      <p:sp>
        <p:nvSpPr>
          <p:cNvPr id="6" name="footer-number-2">
            <a:extLst xmlns:a="http://schemas.openxmlformats.org/drawingml/2006/main">
              <a:ext uri="{FF2B5EF4-FFF2-40B4-BE49-F238E27FC236}">
                <a16:creationId xmlns:a16="http://schemas.microsoft.com/office/drawing/2014/main" id="{6614CE72-2086-443D-BDA2-6A4E8134CC78}"/>
              </a:ext>
            </a:extLst>
          </p:cNvPr>
          <p:cNvSpPr>
            <a:spLocks xmlns:a="http://schemas.openxmlformats.org/drawingml/2006/main" noGrp="1"/>
          </p:cNvSpPr>
          <p:nvPr/>
        </p:nvSpPr>
        <p:spPr>
          <a:xfrm xmlns:a="http://schemas.openxmlformats.org/drawingml/2006/main">
            <a:off x="11049000" y="642937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i="0">
                <a:solidFill>
                  <a:srgbClr val="1C3854"/>
                </a:solidFill>
                <a:latin typeface="LiberationSans"/>
                <a:ea typeface="LiberationSans"/>
                <a:cs typeface="LiberationSans"/>
              </a:defRPr>
            </a:pPr>
            <a:r>
              <a:rPr sz="1050" b="1" i="0">
                <a:solidFill>
                  <a:srgbClr val="1C3854"/>
                </a:solidFill>
                <a:latin typeface="LiberationSans"/>
                <a:ea typeface="LiberationSans"/>
                <a:cs typeface="LiberationSans"/>
              </a:rPr>
              <a:t>02</a:t>
            </a:r>
          </a:p>
        </p:txBody>
      </p:sp>
      <p:sp>
        <p:nvSpPr>
          <p:cNvPr id="7" name="agenda-left-number-0">
            <a:extLst xmlns:a="http://schemas.openxmlformats.org/drawingml/2006/main">
              <a:ext uri="{FF2B5EF4-FFF2-40B4-BE49-F238E27FC236}">
                <a16:creationId xmlns:a16="http://schemas.microsoft.com/office/drawing/2014/main" id="{547F298A-87D3-4F86-9371-E757EBD298AF}"/>
              </a:ext>
            </a:extLst>
          </p:cNvPr>
          <p:cNvSpPr>
            <a:spLocks xmlns:a="http://schemas.openxmlformats.org/drawingml/2006/main" noGrp="1"/>
          </p:cNvSpPr>
          <p:nvPr/>
        </p:nvSpPr>
        <p:spPr>
          <a:xfrm xmlns:a="http://schemas.openxmlformats.org/drawingml/2006/main">
            <a:off x="876300" y="202882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C99B2E"/>
                </a:solidFill>
                <a:latin typeface="LiberationSans"/>
                <a:ea typeface="LiberationSans"/>
                <a:cs typeface="LiberationSans"/>
              </a:defRPr>
            </a:pPr>
            <a:r>
              <a:rPr sz="1500" b="1" i="0">
                <a:solidFill>
                  <a:srgbClr val="C99B2E"/>
                </a:solidFill>
                <a:latin typeface="LiberationSans"/>
                <a:ea typeface="LiberationSans"/>
                <a:cs typeface="LiberationSans"/>
              </a:rPr>
              <a:t>01</a:t>
            </a:r>
          </a:p>
        </p:txBody>
      </p:sp>
      <p:sp>
        <p:nvSpPr>
          <p:cNvPr id="8" name="agenda-left-line-0">
            <a:extLst xmlns:a="http://schemas.openxmlformats.org/drawingml/2006/main">
              <a:ext uri="{FF2B5EF4-FFF2-40B4-BE49-F238E27FC236}">
                <a16:creationId xmlns:a16="http://schemas.microsoft.com/office/drawing/2014/main" id="{07FE86BA-AEDF-48A7-957D-D044BE6E5A55}"/>
              </a:ext>
            </a:extLst>
          </p:cNvPr>
          <p:cNvSpPr>
            <a:spLocks xmlns:a="http://schemas.openxmlformats.org/drawingml/2006/main" noGrp="1"/>
          </p:cNvSpPr>
          <p:nvPr/>
        </p:nvSpPr>
        <p:spPr>
          <a:xfrm xmlns:a="http://schemas.openxmlformats.org/drawingml/2006/main">
            <a:off x="1600200" y="2105025"/>
            <a:ext cx="400050" cy="28575"/>
          </a:xfrm>
          <a:prstGeom xmlns:a="http://schemas.openxmlformats.org/drawingml/2006/main" prst="rect">
            <a:avLst/>
          </a:prstGeom>
          <a:solidFill xmlns:a="http://schemas.openxmlformats.org/drawingml/2006/main">
            <a:srgbClr val="F27732"/>
          </a:solidFill>
          <a:ln xmlns:a="http://schemas.openxmlformats.org/drawingml/2006/main" w="0">
            <a:solidFill>
              <a:srgbClr val="F27732"/>
            </a:solidFill>
            <a:prstDash val="solid"/>
          </a:ln>
        </p:spPr>
      </p:sp>
      <p:sp>
        <p:nvSpPr>
          <p:cNvPr id="9" name="agenda-left-label-0">
            <a:extLst xmlns:a="http://schemas.openxmlformats.org/drawingml/2006/main">
              <a:ext uri="{FF2B5EF4-FFF2-40B4-BE49-F238E27FC236}">
                <a16:creationId xmlns:a16="http://schemas.microsoft.com/office/drawing/2014/main" id="{8D2A60F8-6AC5-43D3-A570-F7786D031670}"/>
              </a:ext>
            </a:extLst>
          </p:cNvPr>
          <p:cNvSpPr>
            <a:spLocks xmlns:a="http://schemas.openxmlformats.org/drawingml/2006/main" noGrp="1"/>
          </p:cNvSpPr>
          <p:nvPr/>
        </p:nvSpPr>
        <p:spPr>
          <a:xfrm xmlns:a="http://schemas.openxmlformats.org/drawingml/2006/main">
            <a:off x="2209800" y="1952625"/>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500" b="1" i="0">
                <a:solidFill>
                  <a:srgbClr val="F27732"/>
                </a:solidFill>
                <a:latin typeface="LiberationSans"/>
                <a:ea typeface="LiberationSans"/>
                <a:cs typeface="LiberationSans"/>
              </a:defRPr>
            </a:pPr>
            <a:r>
              <a:rPr sz="1500" b="1" i="0">
                <a:solidFill>
                  <a:srgbClr val="F27732"/>
                </a:solidFill>
                <a:latin typeface="LiberationSans"/>
                <a:ea typeface="LiberationSans"/>
                <a:cs typeface="LiberationSans"/>
              </a:rPr>
              <a:t>Dudas del proyecto</a:t>
            </a:r>
          </a:p>
        </p:txBody>
      </p:sp>
      <p:sp>
        <p:nvSpPr>
          <p:cNvPr id="10" name="agenda-left-number-1">
            <a:extLst xmlns:a="http://schemas.openxmlformats.org/drawingml/2006/main">
              <a:ext uri="{FF2B5EF4-FFF2-40B4-BE49-F238E27FC236}">
                <a16:creationId xmlns:a16="http://schemas.microsoft.com/office/drawing/2014/main" id="{3D4CAFD2-AF37-4E48-B286-69590CA68A17}"/>
              </a:ext>
            </a:extLst>
          </p:cNvPr>
          <p:cNvSpPr>
            <a:spLocks xmlns:a="http://schemas.openxmlformats.org/drawingml/2006/main" noGrp="1"/>
          </p:cNvSpPr>
          <p:nvPr/>
        </p:nvSpPr>
        <p:spPr>
          <a:xfrm xmlns:a="http://schemas.openxmlformats.org/drawingml/2006/main">
            <a:off x="876300" y="269557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C99B2E"/>
                </a:solidFill>
                <a:latin typeface="LiberationSans"/>
                <a:ea typeface="LiberationSans"/>
                <a:cs typeface="LiberationSans"/>
              </a:defRPr>
            </a:pPr>
            <a:r>
              <a:rPr sz="1500" b="1" i="0">
                <a:solidFill>
                  <a:srgbClr val="C99B2E"/>
                </a:solidFill>
                <a:latin typeface="LiberationSans"/>
                <a:ea typeface="LiberationSans"/>
                <a:cs typeface="LiberationSans"/>
              </a:rPr>
              <a:t>02</a:t>
            </a:r>
          </a:p>
        </p:txBody>
      </p:sp>
      <p:sp>
        <p:nvSpPr>
          <p:cNvPr id="11" name="agenda-left-line-1">
            <a:extLst xmlns:a="http://schemas.openxmlformats.org/drawingml/2006/main">
              <a:ext uri="{FF2B5EF4-FFF2-40B4-BE49-F238E27FC236}">
                <a16:creationId xmlns:a16="http://schemas.microsoft.com/office/drawing/2014/main" id="{4A3E96EB-EC74-4069-9A01-00E9E763881B}"/>
              </a:ext>
            </a:extLst>
          </p:cNvPr>
          <p:cNvSpPr>
            <a:spLocks xmlns:a="http://schemas.openxmlformats.org/drawingml/2006/main" noGrp="1"/>
          </p:cNvSpPr>
          <p:nvPr/>
        </p:nvSpPr>
        <p:spPr>
          <a:xfrm xmlns:a="http://schemas.openxmlformats.org/drawingml/2006/main">
            <a:off x="1600200" y="2771775"/>
            <a:ext cx="400050" cy="28575"/>
          </a:xfrm>
          <a:prstGeom xmlns:a="http://schemas.openxmlformats.org/drawingml/2006/main" prst="rect">
            <a:avLst/>
          </a:prstGeom>
          <a:solidFill xmlns:a="http://schemas.openxmlformats.org/drawingml/2006/main">
            <a:srgbClr val="D5DEE5"/>
          </a:solidFill>
          <a:ln xmlns:a="http://schemas.openxmlformats.org/drawingml/2006/main" w="0">
            <a:solidFill>
              <a:srgbClr val="D5DEE5"/>
            </a:solidFill>
            <a:prstDash val="solid"/>
          </a:ln>
        </p:spPr>
      </p:sp>
      <p:sp>
        <p:nvSpPr>
          <p:cNvPr id="12" name="agenda-left-label-1">
            <a:extLst xmlns:a="http://schemas.openxmlformats.org/drawingml/2006/main">
              <a:ext uri="{FF2B5EF4-FFF2-40B4-BE49-F238E27FC236}">
                <a16:creationId xmlns:a16="http://schemas.microsoft.com/office/drawing/2014/main" id="{2E3A4696-773D-4559-BAC0-0FC3985DB9C8}"/>
              </a:ext>
            </a:extLst>
          </p:cNvPr>
          <p:cNvSpPr>
            <a:spLocks xmlns:a="http://schemas.openxmlformats.org/drawingml/2006/main" noGrp="1"/>
          </p:cNvSpPr>
          <p:nvPr/>
        </p:nvSpPr>
        <p:spPr>
          <a:xfrm xmlns:a="http://schemas.openxmlformats.org/drawingml/2006/main">
            <a:off x="2209800" y="2619375"/>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500" b="0" i="0">
                <a:solidFill>
                  <a:srgbClr val="292F35"/>
                </a:solidFill>
                <a:latin typeface="LiberationSans"/>
                <a:ea typeface="LiberationSans"/>
                <a:cs typeface="LiberationSans"/>
              </a:defRPr>
            </a:pPr>
            <a:r>
              <a:rPr sz="1500" b="0" i="0">
                <a:solidFill>
                  <a:srgbClr val="292F35"/>
                </a:solidFill>
                <a:latin typeface="LiberationSans"/>
                <a:ea typeface="LiberationSans"/>
                <a:cs typeface="LiberationSans"/>
              </a:rPr>
              <a:t>Hoja de calificación de la fase 2</a:t>
            </a:r>
          </a:p>
        </p:txBody>
      </p:sp>
      <p:sp>
        <p:nvSpPr>
          <p:cNvPr id="13" name="agenda-left-number-2">
            <a:extLst xmlns:a="http://schemas.openxmlformats.org/drawingml/2006/main">
              <a:ext uri="{FF2B5EF4-FFF2-40B4-BE49-F238E27FC236}">
                <a16:creationId xmlns:a16="http://schemas.microsoft.com/office/drawing/2014/main" id="{999824FA-07B7-4251-B858-AC878EE4723D}"/>
              </a:ext>
            </a:extLst>
          </p:cNvPr>
          <p:cNvSpPr>
            <a:spLocks xmlns:a="http://schemas.openxmlformats.org/drawingml/2006/main" noGrp="1"/>
          </p:cNvSpPr>
          <p:nvPr/>
        </p:nvSpPr>
        <p:spPr>
          <a:xfrm xmlns:a="http://schemas.openxmlformats.org/drawingml/2006/main">
            <a:off x="876300" y="336232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C99B2E"/>
                </a:solidFill>
                <a:latin typeface="LiberationSans"/>
                <a:ea typeface="LiberationSans"/>
                <a:cs typeface="LiberationSans"/>
              </a:defRPr>
            </a:pPr>
            <a:r>
              <a:rPr sz="1500" b="1" i="0">
                <a:solidFill>
                  <a:srgbClr val="C99B2E"/>
                </a:solidFill>
                <a:latin typeface="LiberationSans"/>
                <a:ea typeface="LiberationSans"/>
                <a:cs typeface="LiberationSans"/>
              </a:rPr>
              <a:t>03</a:t>
            </a:r>
          </a:p>
        </p:txBody>
      </p:sp>
      <p:sp>
        <p:nvSpPr>
          <p:cNvPr id="14" name="agenda-left-line-2">
            <a:extLst xmlns:a="http://schemas.openxmlformats.org/drawingml/2006/main">
              <a:ext uri="{FF2B5EF4-FFF2-40B4-BE49-F238E27FC236}">
                <a16:creationId xmlns:a16="http://schemas.microsoft.com/office/drawing/2014/main" id="{8ECE4E03-B6C2-4F1C-AD82-1420F24CE374}"/>
              </a:ext>
            </a:extLst>
          </p:cNvPr>
          <p:cNvSpPr>
            <a:spLocks xmlns:a="http://schemas.openxmlformats.org/drawingml/2006/main" noGrp="1"/>
          </p:cNvSpPr>
          <p:nvPr/>
        </p:nvSpPr>
        <p:spPr>
          <a:xfrm xmlns:a="http://schemas.openxmlformats.org/drawingml/2006/main">
            <a:off x="1600200" y="3438525"/>
            <a:ext cx="400050" cy="28575"/>
          </a:xfrm>
          <a:prstGeom xmlns:a="http://schemas.openxmlformats.org/drawingml/2006/main" prst="rect">
            <a:avLst/>
          </a:prstGeom>
          <a:solidFill xmlns:a="http://schemas.openxmlformats.org/drawingml/2006/main">
            <a:srgbClr val="D5DEE5"/>
          </a:solidFill>
          <a:ln xmlns:a="http://schemas.openxmlformats.org/drawingml/2006/main" w="0">
            <a:solidFill>
              <a:srgbClr val="D5DEE5"/>
            </a:solidFill>
            <a:prstDash val="solid"/>
          </a:ln>
        </p:spPr>
      </p:sp>
      <p:sp>
        <p:nvSpPr>
          <p:cNvPr id="15" name="agenda-left-label-2">
            <a:extLst xmlns:a="http://schemas.openxmlformats.org/drawingml/2006/main">
              <a:ext uri="{FF2B5EF4-FFF2-40B4-BE49-F238E27FC236}">
                <a16:creationId xmlns:a16="http://schemas.microsoft.com/office/drawing/2014/main" id="{BA5083AB-7103-4701-946F-D24946D46059}"/>
              </a:ext>
            </a:extLst>
          </p:cNvPr>
          <p:cNvSpPr>
            <a:spLocks xmlns:a="http://schemas.openxmlformats.org/drawingml/2006/main" noGrp="1"/>
          </p:cNvSpPr>
          <p:nvPr/>
        </p:nvSpPr>
        <p:spPr>
          <a:xfrm xmlns:a="http://schemas.openxmlformats.org/drawingml/2006/main">
            <a:off x="2209800" y="3286125"/>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500" b="0" i="0">
                <a:solidFill>
                  <a:srgbClr val="292F35"/>
                </a:solidFill>
                <a:latin typeface="LiberationSans"/>
                <a:ea typeface="LiberationSans"/>
                <a:cs typeface="LiberationSans"/>
              </a:defRPr>
            </a:pPr>
            <a:r>
              <a:rPr sz="1500" b="0" i="0">
                <a:solidFill>
                  <a:srgbClr val="292F35"/>
                </a:solidFill>
                <a:latin typeface="LiberationSans"/>
                <a:ea typeface="LiberationSans"/>
                <a:cs typeface="LiberationSans"/>
              </a:rPr>
              <a:t>Horarios de calificación de la fase 2</a:t>
            </a:r>
          </a:p>
        </p:txBody>
      </p:sp>
      <p:sp>
        <p:nvSpPr>
          <p:cNvPr id="16" name="agenda-left-number-3">
            <a:extLst xmlns:a="http://schemas.openxmlformats.org/drawingml/2006/main">
              <a:ext uri="{FF2B5EF4-FFF2-40B4-BE49-F238E27FC236}">
                <a16:creationId xmlns:a16="http://schemas.microsoft.com/office/drawing/2014/main" id="{75FCBE26-63BF-4630-9D91-7CED77242EE4}"/>
              </a:ext>
            </a:extLst>
          </p:cNvPr>
          <p:cNvSpPr>
            <a:spLocks xmlns:a="http://schemas.openxmlformats.org/drawingml/2006/main" noGrp="1"/>
          </p:cNvSpPr>
          <p:nvPr/>
        </p:nvSpPr>
        <p:spPr>
          <a:xfrm xmlns:a="http://schemas.openxmlformats.org/drawingml/2006/main">
            <a:off x="876300" y="402907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C99B2E"/>
                </a:solidFill>
                <a:latin typeface="LiberationSans"/>
                <a:ea typeface="LiberationSans"/>
                <a:cs typeface="LiberationSans"/>
              </a:defRPr>
            </a:pPr>
            <a:r>
              <a:rPr sz="1500" b="1" i="0">
                <a:solidFill>
                  <a:srgbClr val="C99B2E"/>
                </a:solidFill>
                <a:latin typeface="LiberationSans"/>
                <a:ea typeface="LiberationSans"/>
                <a:cs typeface="LiberationSans"/>
              </a:rPr>
              <a:t>04</a:t>
            </a:r>
          </a:p>
        </p:txBody>
      </p:sp>
      <p:sp>
        <p:nvSpPr>
          <p:cNvPr id="17" name="agenda-left-line-3">
            <a:extLst xmlns:a="http://schemas.openxmlformats.org/drawingml/2006/main">
              <a:ext uri="{FF2B5EF4-FFF2-40B4-BE49-F238E27FC236}">
                <a16:creationId xmlns:a16="http://schemas.microsoft.com/office/drawing/2014/main" id="{F5B14ACE-015C-4142-A727-A7206EE931BB}"/>
              </a:ext>
            </a:extLst>
          </p:cNvPr>
          <p:cNvSpPr>
            <a:spLocks xmlns:a="http://schemas.openxmlformats.org/drawingml/2006/main" noGrp="1"/>
          </p:cNvSpPr>
          <p:nvPr/>
        </p:nvSpPr>
        <p:spPr>
          <a:xfrm xmlns:a="http://schemas.openxmlformats.org/drawingml/2006/main">
            <a:off x="1600200" y="4105275"/>
            <a:ext cx="400050" cy="28575"/>
          </a:xfrm>
          <a:prstGeom xmlns:a="http://schemas.openxmlformats.org/drawingml/2006/main" prst="rect">
            <a:avLst/>
          </a:prstGeom>
          <a:solidFill xmlns:a="http://schemas.openxmlformats.org/drawingml/2006/main">
            <a:srgbClr val="D5DEE5"/>
          </a:solidFill>
          <a:ln xmlns:a="http://schemas.openxmlformats.org/drawingml/2006/main" w="0">
            <a:solidFill>
              <a:srgbClr val="D5DEE5"/>
            </a:solidFill>
            <a:prstDash val="solid"/>
          </a:ln>
        </p:spPr>
      </p:sp>
      <p:sp>
        <p:nvSpPr>
          <p:cNvPr id="18" name="agenda-left-label-3">
            <a:extLst xmlns:a="http://schemas.openxmlformats.org/drawingml/2006/main">
              <a:ext uri="{FF2B5EF4-FFF2-40B4-BE49-F238E27FC236}">
                <a16:creationId xmlns:a16="http://schemas.microsoft.com/office/drawing/2014/main" id="{274B7298-6EDE-4BD3-A2A1-B6E772A7EAF4}"/>
              </a:ext>
            </a:extLst>
          </p:cNvPr>
          <p:cNvSpPr>
            <a:spLocks xmlns:a="http://schemas.openxmlformats.org/drawingml/2006/main" noGrp="1"/>
          </p:cNvSpPr>
          <p:nvPr/>
        </p:nvSpPr>
        <p:spPr>
          <a:xfrm xmlns:a="http://schemas.openxmlformats.org/drawingml/2006/main">
            <a:off x="2209800" y="3952875"/>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500" b="0" i="0">
                <a:solidFill>
                  <a:srgbClr val="292F35"/>
                </a:solidFill>
                <a:latin typeface="LiberationSans"/>
                <a:ea typeface="LiberationSans"/>
                <a:cs typeface="LiberationSans"/>
              </a:defRPr>
            </a:pPr>
            <a:r>
              <a:rPr sz="1500" b="0" i="0">
                <a:solidFill>
                  <a:srgbClr val="292F35"/>
                </a:solidFill>
                <a:latin typeface="LiberationSans"/>
                <a:ea typeface="LiberationSans"/>
                <a:cs typeface="LiberationSans"/>
              </a:rPr>
              <a:t>Lectura de la fase 3</a:t>
            </a:r>
          </a:p>
        </p:txBody>
      </p:sp>
      <p:sp>
        <p:nvSpPr>
          <p:cNvPr id="19" name="agenda-left-number-4">
            <a:extLst xmlns:a="http://schemas.openxmlformats.org/drawingml/2006/main">
              <a:ext uri="{FF2B5EF4-FFF2-40B4-BE49-F238E27FC236}">
                <a16:creationId xmlns:a16="http://schemas.microsoft.com/office/drawing/2014/main" id="{91EA8CA5-D903-452D-A240-017EBED9B366}"/>
              </a:ext>
            </a:extLst>
          </p:cNvPr>
          <p:cNvSpPr>
            <a:spLocks xmlns:a="http://schemas.openxmlformats.org/drawingml/2006/main" noGrp="1"/>
          </p:cNvSpPr>
          <p:nvPr/>
        </p:nvSpPr>
        <p:spPr>
          <a:xfrm xmlns:a="http://schemas.openxmlformats.org/drawingml/2006/main">
            <a:off x="876300" y="469582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C99B2E"/>
                </a:solidFill>
                <a:latin typeface="LiberationSans"/>
                <a:ea typeface="LiberationSans"/>
                <a:cs typeface="LiberationSans"/>
              </a:defRPr>
            </a:pPr>
            <a:r>
              <a:rPr sz="1500" b="1" i="0">
                <a:solidFill>
                  <a:srgbClr val="C99B2E"/>
                </a:solidFill>
                <a:latin typeface="LiberationSans"/>
                <a:ea typeface="LiberationSans"/>
                <a:cs typeface="LiberationSans"/>
              </a:rPr>
              <a:t>05</a:t>
            </a:r>
          </a:p>
        </p:txBody>
      </p:sp>
      <p:sp>
        <p:nvSpPr>
          <p:cNvPr id="20" name="agenda-left-line-4">
            <a:extLst xmlns:a="http://schemas.openxmlformats.org/drawingml/2006/main">
              <a:ext uri="{FF2B5EF4-FFF2-40B4-BE49-F238E27FC236}">
                <a16:creationId xmlns:a16="http://schemas.microsoft.com/office/drawing/2014/main" id="{6301F440-B180-4DBB-B1FE-E670A612FFB9}"/>
              </a:ext>
            </a:extLst>
          </p:cNvPr>
          <p:cNvSpPr>
            <a:spLocks xmlns:a="http://schemas.openxmlformats.org/drawingml/2006/main" noGrp="1"/>
          </p:cNvSpPr>
          <p:nvPr/>
        </p:nvSpPr>
        <p:spPr>
          <a:xfrm xmlns:a="http://schemas.openxmlformats.org/drawingml/2006/main">
            <a:off x="1600200" y="4772025"/>
            <a:ext cx="400050" cy="28575"/>
          </a:xfrm>
          <a:prstGeom xmlns:a="http://schemas.openxmlformats.org/drawingml/2006/main" prst="rect">
            <a:avLst/>
          </a:prstGeom>
          <a:solidFill xmlns:a="http://schemas.openxmlformats.org/drawingml/2006/main">
            <a:srgbClr val="D5DEE5"/>
          </a:solidFill>
          <a:ln xmlns:a="http://schemas.openxmlformats.org/drawingml/2006/main" w="0">
            <a:solidFill>
              <a:srgbClr val="D5DEE5"/>
            </a:solidFill>
            <a:prstDash val="solid"/>
          </a:ln>
        </p:spPr>
      </p:sp>
      <p:sp>
        <p:nvSpPr>
          <p:cNvPr id="21" name="agenda-left-label-4">
            <a:extLst xmlns:a="http://schemas.openxmlformats.org/drawingml/2006/main">
              <a:ext uri="{FF2B5EF4-FFF2-40B4-BE49-F238E27FC236}">
                <a16:creationId xmlns:a16="http://schemas.microsoft.com/office/drawing/2014/main" id="{679B1252-93C3-49E3-8D0E-4AB50C7F3B0B}"/>
              </a:ext>
            </a:extLst>
          </p:cNvPr>
          <p:cNvSpPr>
            <a:spLocks xmlns:a="http://schemas.openxmlformats.org/drawingml/2006/main" noGrp="1"/>
          </p:cNvSpPr>
          <p:nvPr/>
        </p:nvSpPr>
        <p:spPr>
          <a:xfrm xmlns:a="http://schemas.openxmlformats.org/drawingml/2006/main">
            <a:off x="2209800" y="4619625"/>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500" b="0" i="0">
                <a:solidFill>
                  <a:srgbClr val="292F35"/>
                </a:solidFill>
                <a:latin typeface="LiberationSans"/>
                <a:ea typeface="LiberationSans"/>
                <a:cs typeface="LiberationSans"/>
              </a:defRPr>
            </a:pPr>
            <a:r>
              <a:rPr sz="1500" b="0" i="0">
                <a:solidFill>
                  <a:srgbClr val="292F35"/>
                </a:solidFill>
                <a:latin typeface="LiberationSans"/>
                <a:ea typeface="LiberationSans"/>
                <a:cs typeface="LiberationSans"/>
              </a:rPr>
              <a:t>Introducción a la seguridad</a:t>
            </a:r>
          </a:p>
        </p:txBody>
      </p:sp>
      <p:sp>
        <p:nvSpPr>
          <p:cNvPr id="22" name="agenda-left-number-5">
            <a:extLst xmlns:a="http://schemas.openxmlformats.org/drawingml/2006/main">
              <a:ext uri="{FF2B5EF4-FFF2-40B4-BE49-F238E27FC236}">
                <a16:creationId xmlns:a16="http://schemas.microsoft.com/office/drawing/2014/main" id="{9A2916BE-9A07-4BFC-BE2B-A64A8A5ADAEC}"/>
              </a:ext>
            </a:extLst>
          </p:cNvPr>
          <p:cNvSpPr>
            <a:spLocks xmlns:a="http://schemas.openxmlformats.org/drawingml/2006/main" noGrp="1"/>
          </p:cNvSpPr>
          <p:nvPr/>
        </p:nvSpPr>
        <p:spPr>
          <a:xfrm xmlns:a="http://schemas.openxmlformats.org/drawingml/2006/main">
            <a:off x="876300" y="536257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C99B2E"/>
                </a:solidFill>
                <a:latin typeface="LiberationSans"/>
                <a:ea typeface="LiberationSans"/>
                <a:cs typeface="LiberationSans"/>
              </a:defRPr>
            </a:pPr>
            <a:r>
              <a:rPr sz="1500" b="1" i="0">
                <a:solidFill>
                  <a:srgbClr val="C99B2E"/>
                </a:solidFill>
                <a:latin typeface="LiberationSans"/>
                <a:ea typeface="LiberationSans"/>
                <a:cs typeface="LiberationSans"/>
              </a:rPr>
              <a:t>06</a:t>
            </a:r>
          </a:p>
        </p:txBody>
      </p:sp>
      <p:sp>
        <p:nvSpPr>
          <p:cNvPr id="23" name="agenda-left-line-5">
            <a:extLst xmlns:a="http://schemas.openxmlformats.org/drawingml/2006/main">
              <a:ext uri="{FF2B5EF4-FFF2-40B4-BE49-F238E27FC236}">
                <a16:creationId xmlns:a16="http://schemas.microsoft.com/office/drawing/2014/main" id="{167B98FD-C83E-489D-A0C4-5AFD2907DCC1}"/>
              </a:ext>
            </a:extLst>
          </p:cNvPr>
          <p:cNvSpPr>
            <a:spLocks xmlns:a="http://schemas.openxmlformats.org/drawingml/2006/main" noGrp="1"/>
          </p:cNvSpPr>
          <p:nvPr/>
        </p:nvSpPr>
        <p:spPr>
          <a:xfrm xmlns:a="http://schemas.openxmlformats.org/drawingml/2006/main">
            <a:off x="1600200" y="5438775"/>
            <a:ext cx="400050" cy="28575"/>
          </a:xfrm>
          <a:prstGeom xmlns:a="http://schemas.openxmlformats.org/drawingml/2006/main" prst="rect">
            <a:avLst/>
          </a:prstGeom>
          <a:solidFill xmlns:a="http://schemas.openxmlformats.org/drawingml/2006/main">
            <a:srgbClr val="D5DEE5"/>
          </a:solidFill>
          <a:ln xmlns:a="http://schemas.openxmlformats.org/drawingml/2006/main" w="0">
            <a:solidFill>
              <a:srgbClr val="D5DEE5"/>
            </a:solidFill>
            <a:prstDash val="solid"/>
          </a:ln>
        </p:spPr>
      </p:sp>
      <p:sp>
        <p:nvSpPr>
          <p:cNvPr id="24" name="agenda-left-label-5">
            <a:extLst xmlns:a="http://schemas.openxmlformats.org/drawingml/2006/main">
              <a:ext uri="{FF2B5EF4-FFF2-40B4-BE49-F238E27FC236}">
                <a16:creationId xmlns:a16="http://schemas.microsoft.com/office/drawing/2014/main" id="{DD988192-D18D-4DB9-8F49-EF06F8A49F16}"/>
              </a:ext>
            </a:extLst>
          </p:cNvPr>
          <p:cNvSpPr>
            <a:spLocks xmlns:a="http://schemas.openxmlformats.org/drawingml/2006/main" noGrp="1"/>
          </p:cNvSpPr>
          <p:nvPr/>
        </p:nvSpPr>
        <p:spPr>
          <a:xfrm xmlns:a="http://schemas.openxmlformats.org/drawingml/2006/main">
            <a:off x="2209800" y="5286375"/>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500" b="0" i="0">
                <a:solidFill>
                  <a:srgbClr val="292F35"/>
                </a:solidFill>
                <a:latin typeface="LiberationSans"/>
                <a:ea typeface="LiberationSans"/>
                <a:cs typeface="LiberationSans"/>
              </a:defRPr>
            </a:pPr>
            <a:r>
              <a:rPr sz="1500" b="0" i="0">
                <a:solidFill>
                  <a:srgbClr val="292F35"/>
                </a:solidFill>
                <a:latin typeface="LiberationSans"/>
                <a:ea typeface="LiberationSans"/>
                <a:cs typeface="LiberationSans"/>
              </a:rPr>
              <a:t>Modelado de amenazas</a:t>
            </a:r>
          </a:p>
        </p:txBody>
      </p:sp>
      <p:sp>
        <p:nvSpPr>
          <p:cNvPr id="25" name="agenda-right-number-0">
            <a:extLst xmlns:a="http://schemas.openxmlformats.org/drawingml/2006/main">
              <a:ext uri="{FF2B5EF4-FFF2-40B4-BE49-F238E27FC236}">
                <a16:creationId xmlns:a16="http://schemas.microsoft.com/office/drawing/2014/main" id="{D0C460D3-7563-4BFC-93C9-5F6017F18CE5}"/>
              </a:ext>
            </a:extLst>
          </p:cNvPr>
          <p:cNvSpPr>
            <a:spLocks xmlns:a="http://schemas.openxmlformats.org/drawingml/2006/main" noGrp="1"/>
          </p:cNvSpPr>
          <p:nvPr/>
        </p:nvSpPr>
        <p:spPr>
          <a:xfrm xmlns:a="http://schemas.openxmlformats.org/drawingml/2006/main">
            <a:off x="6724650" y="202882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C99B2E"/>
                </a:solidFill>
                <a:latin typeface="LiberationSans"/>
                <a:ea typeface="LiberationSans"/>
                <a:cs typeface="LiberationSans"/>
              </a:defRPr>
            </a:pPr>
            <a:r>
              <a:rPr sz="1500" b="1" i="0">
                <a:solidFill>
                  <a:srgbClr val="C99B2E"/>
                </a:solidFill>
                <a:latin typeface="LiberationSans"/>
                <a:ea typeface="LiberationSans"/>
                <a:cs typeface="LiberationSans"/>
              </a:rPr>
              <a:t>07</a:t>
            </a:r>
          </a:p>
        </p:txBody>
      </p:sp>
      <p:sp>
        <p:nvSpPr>
          <p:cNvPr id="26" name="agenda-right-line-0">
            <a:extLst xmlns:a="http://schemas.openxmlformats.org/drawingml/2006/main">
              <a:ext uri="{FF2B5EF4-FFF2-40B4-BE49-F238E27FC236}">
                <a16:creationId xmlns:a16="http://schemas.microsoft.com/office/drawing/2014/main" id="{6610F32A-B3E6-44C9-B34B-E5A23BB5DBF1}"/>
              </a:ext>
            </a:extLst>
          </p:cNvPr>
          <p:cNvSpPr>
            <a:spLocks xmlns:a="http://schemas.openxmlformats.org/drawingml/2006/main" noGrp="1"/>
          </p:cNvSpPr>
          <p:nvPr/>
        </p:nvSpPr>
        <p:spPr>
          <a:xfrm xmlns:a="http://schemas.openxmlformats.org/drawingml/2006/main">
            <a:off x="7448550" y="2105025"/>
            <a:ext cx="400050" cy="28575"/>
          </a:xfrm>
          <a:prstGeom xmlns:a="http://schemas.openxmlformats.org/drawingml/2006/main" prst="rect">
            <a:avLst/>
          </a:prstGeom>
          <a:solidFill xmlns:a="http://schemas.openxmlformats.org/drawingml/2006/main">
            <a:srgbClr val="D5DEE5"/>
          </a:solidFill>
          <a:ln xmlns:a="http://schemas.openxmlformats.org/drawingml/2006/main" w="0">
            <a:solidFill>
              <a:srgbClr val="D5DEE5"/>
            </a:solidFill>
            <a:prstDash val="solid"/>
          </a:ln>
        </p:spPr>
      </p:sp>
      <p:sp>
        <p:nvSpPr>
          <p:cNvPr id="27" name="agenda-right-label-0">
            <a:extLst xmlns:a="http://schemas.openxmlformats.org/drawingml/2006/main">
              <a:ext uri="{FF2B5EF4-FFF2-40B4-BE49-F238E27FC236}">
                <a16:creationId xmlns:a16="http://schemas.microsoft.com/office/drawing/2014/main" id="{19330E92-310C-4FE4-8027-0977224DAB65}"/>
              </a:ext>
            </a:extLst>
          </p:cNvPr>
          <p:cNvSpPr>
            <a:spLocks xmlns:a="http://schemas.openxmlformats.org/drawingml/2006/main" noGrp="1"/>
          </p:cNvSpPr>
          <p:nvPr/>
        </p:nvSpPr>
        <p:spPr>
          <a:xfrm xmlns:a="http://schemas.openxmlformats.org/drawingml/2006/main">
            <a:off x="8058150" y="1952625"/>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500" b="0" i="0">
                <a:solidFill>
                  <a:srgbClr val="292F35"/>
                </a:solidFill>
                <a:latin typeface="LiberationSans"/>
                <a:ea typeface="LiberationSans"/>
                <a:cs typeface="LiberationSans"/>
              </a:defRPr>
            </a:pPr>
            <a:r>
              <a:rPr sz="1500" b="0" i="0">
                <a:solidFill>
                  <a:srgbClr val="292F35"/>
                </a:solidFill>
                <a:latin typeface="LiberationSans"/>
                <a:ea typeface="LiberationSans"/>
                <a:cs typeface="LiberationSans"/>
              </a:rPr>
              <a:t>Diseño seguro de software</a:t>
            </a:r>
          </a:p>
        </p:txBody>
      </p:sp>
      <p:sp>
        <p:nvSpPr>
          <p:cNvPr id="28" name="agenda-right-number-1">
            <a:extLst xmlns:a="http://schemas.openxmlformats.org/drawingml/2006/main">
              <a:ext uri="{FF2B5EF4-FFF2-40B4-BE49-F238E27FC236}">
                <a16:creationId xmlns:a16="http://schemas.microsoft.com/office/drawing/2014/main" id="{67F6E6C2-0012-485F-A0B6-3511703196C5}"/>
              </a:ext>
            </a:extLst>
          </p:cNvPr>
          <p:cNvSpPr>
            <a:spLocks xmlns:a="http://schemas.openxmlformats.org/drawingml/2006/main" noGrp="1"/>
          </p:cNvSpPr>
          <p:nvPr/>
        </p:nvSpPr>
        <p:spPr>
          <a:xfrm xmlns:a="http://schemas.openxmlformats.org/drawingml/2006/main">
            <a:off x="6724650" y="269557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C99B2E"/>
                </a:solidFill>
                <a:latin typeface="LiberationSans"/>
                <a:ea typeface="LiberationSans"/>
                <a:cs typeface="LiberationSans"/>
              </a:defRPr>
            </a:pPr>
            <a:r>
              <a:rPr sz="1500" b="1" i="0">
                <a:solidFill>
                  <a:srgbClr val="C99B2E"/>
                </a:solidFill>
                <a:latin typeface="LiberationSans"/>
                <a:ea typeface="LiberationSans"/>
                <a:cs typeface="LiberationSans"/>
              </a:rPr>
              <a:t>08</a:t>
            </a:r>
          </a:p>
        </p:txBody>
      </p:sp>
      <p:sp>
        <p:nvSpPr>
          <p:cNvPr id="29" name="agenda-right-line-1">
            <a:extLst xmlns:a="http://schemas.openxmlformats.org/drawingml/2006/main">
              <a:ext uri="{FF2B5EF4-FFF2-40B4-BE49-F238E27FC236}">
                <a16:creationId xmlns:a16="http://schemas.microsoft.com/office/drawing/2014/main" id="{D81205ED-E08E-4712-B624-773764F29A57}"/>
              </a:ext>
            </a:extLst>
          </p:cNvPr>
          <p:cNvSpPr>
            <a:spLocks xmlns:a="http://schemas.openxmlformats.org/drawingml/2006/main" noGrp="1"/>
          </p:cNvSpPr>
          <p:nvPr/>
        </p:nvSpPr>
        <p:spPr>
          <a:xfrm xmlns:a="http://schemas.openxmlformats.org/drawingml/2006/main">
            <a:off x="7448550" y="2771775"/>
            <a:ext cx="400050" cy="28575"/>
          </a:xfrm>
          <a:prstGeom xmlns:a="http://schemas.openxmlformats.org/drawingml/2006/main" prst="rect">
            <a:avLst/>
          </a:prstGeom>
          <a:solidFill xmlns:a="http://schemas.openxmlformats.org/drawingml/2006/main">
            <a:srgbClr val="D5DEE5"/>
          </a:solidFill>
          <a:ln xmlns:a="http://schemas.openxmlformats.org/drawingml/2006/main" w="0">
            <a:solidFill>
              <a:srgbClr val="D5DEE5"/>
            </a:solidFill>
            <a:prstDash val="solid"/>
          </a:ln>
        </p:spPr>
      </p:sp>
      <p:sp>
        <p:nvSpPr>
          <p:cNvPr id="30" name="agenda-right-label-1">
            <a:extLst xmlns:a="http://schemas.openxmlformats.org/drawingml/2006/main">
              <a:ext uri="{FF2B5EF4-FFF2-40B4-BE49-F238E27FC236}">
                <a16:creationId xmlns:a16="http://schemas.microsoft.com/office/drawing/2014/main" id="{F352A33F-E620-4955-B244-30D72B6064B3}"/>
              </a:ext>
            </a:extLst>
          </p:cNvPr>
          <p:cNvSpPr>
            <a:spLocks xmlns:a="http://schemas.openxmlformats.org/drawingml/2006/main" noGrp="1"/>
          </p:cNvSpPr>
          <p:nvPr/>
        </p:nvSpPr>
        <p:spPr>
          <a:xfrm xmlns:a="http://schemas.openxmlformats.org/drawingml/2006/main">
            <a:off x="8058150" y="2619375"/>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500" b="0" i="0">
                <a:solidFill>
                  <a:srgbClr val="292F35"/>
                </a:solidFill>
                <a:latin typeface="LiberationSans"/>
                <a:ea typeface="LiberationSans"/>
                <a:cs typeface="LiberationSans"/>
              </a:defRPr>
            </a:pPr>
            <a:r>
              <a:rPr sz="1500" b="0" i="0">
                <a:solidFill>
                  <a:srgbClr val="292F35"/>
                </a:solidFill>
                <a:latin typeface="LiberationSans"/>
                <a:ea typeface="LiberationSans"/>
                <a:cs typeface="LiberationSans"/>
              </a:rPr>
              <a:t>Criptografía y protección de datos</a:t>
            </a:r>
          </a:p>
        </p:txBody>
      </p:sp>
      <p:sp>
        <p:nvSpPr>
          <p:cNvPr id="31" name="agenda-right-number-2">
            <a:extLst xmlns:a="http://schemas.openxmlformats.org/drawingml/2006/main">
              <a:ext uri="{FF2B5EF4-FFF2-40B4-BE49-F238E27FC236}">
                <a16:creationId xmlns:a16="http://schemas.microsoft.com/office/drawing/2014/main" id="{908A7F8F-53E6-41E3-A822-B128C133E451}"/>
              </a:ext>
            </a:extLst>
          </p:cNvPr>
          <p:cNvSpPr>
            <a:spLocks xmlns:a="http://schemas.openxmlformats.org/drawingml/2006/main" noGrp="1"/>
          </p:cNvSpPr>
          <p:nvPr/>
        </p:nvSpPr>
        <p:spPr>
          <a:xfrm xmlns:a="http://schemas.openxmlformats.org/drawingml/2006/main">
            <a:off x="6724650" y="336232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C99B2E"/>
                </a:solidFill>
                <a:latin typeface="LiberationSans"/>
                <a:ea typeface="LiberationSans"/>
                <a:cs typeface="LiberationSans"/>
              </a:defRPr>
            </a:pPr>
            <a:r>
              <a:rPr sz="1500" b="1" i="0">
                <a:solidFill>
                  <a:srgbClr val="C99B2E"/>
                </a:solidFill>
                <a:latin typeface="LiberationSans"/>
                <a:ea typeface="LiberationSans"/>
                <a:cs typeface="LiberationSans"/>
              </a:rPr>
              <a:t>09</a:t>
            </a:r>
          </a:p>
        </p:txBody>
      </p:sp>
      <p:sp>
        <p:nvSpPr>
          <p:cNvPr id="32" name="agenda-right-line-2">
            <a:extLst xmlns:a="http://schemas.openxmlformats.org/drawingml/2006/main">
              <a:ext uri="{FF2B5EF4-FFF2-40B4-BE49-F238E27FC236}">
                <a16:creationId xmlns:a16="http://schemas.microsoft.com/office/drawing/2014/main" id="{2F2B2E1C-1F43-48F7-966E-E0D154572B1E}"/>
              </a:ext>
            </a:extLst>
          </p:cNvPr>
          <p:cNvSpPr>
            <a:spLocks xmlns:a="http://schemas.openxmlformats.org/drawingml/2006/main" noGrp="1"/>
          </p:cNvSpPr>
          <p:nvPr/>
        </p:nvSpPr>
        <p:spPr>
          <a:xfrm xmlns:a="http://schemas.openxmlformats.org/drawingml/2006/main">
            <a:off x="7448550" y="3438525"/>
            <a:ext cx="400050" cy="28575"/>
          </a:xfrm>
          <a:prstGeom xmlns:a="http://schemas.openxmlformats.org/drawingml/2006/main" prst="rect">
            <a:avLst/>
          </a:prstGeom>
          <a:solidFill xmlns:a="http://schemas.openxmlformats.org/drawingml/2006/main">
            <a:srgbClr val="D5DEE5"/>
          </a:solidFill>
          <a:ln xmlns:a="http://schemas.openxmlformats.org/drawingml/2006/main" w="0">
            <a:solidFill>
              <a:srgbClr val="D5DEE5"/>
            </a:solidFill>
            <a:prstDash val="solid"/>
          </a:ln>
        </p:spPr>
      </p:sp>
      <p:sp>
        <p:nvSpPr>
          <p:cNvPr id="33" name="agenda-right-label-2">
            <a:extLst xmlns:a="http://schemas.openxmlformats.org/drawingml/2006/main">
              <a:ext uri="{FF2B5EF4-FFF2-40B4-BE49-F238E27FC236}">
                <a16:creationId xmlns:a16="http://schemas.microsoft.com/office/drawing/2014/main" id="{60002A02-E91E-4B7A-B24E-92D074CC7BEF}"/>
              </a:ext>
            </a:extLst>
          </p:cNvPr>
          <p:cNvSpPr>
            <a:spLocks xmlns:a="http://schemas.openxmlformats.org/drawingml/2006/main" noGrp="1"/>
          </p:cNvSpPr>
          <p:nvPr/>
        </p:nvSpPr>
        <p:spPr>
          <a:xfrm xmlns:a="http://schemas.openxmlformats.org/drawingml/2006/main">
            <a:off x="8058150" y="3286125"/>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500" b="0" i="0">
                <a:solidFill>
                  <a:srgbClr val="292F35"/>
                </a:solidFill>
                <a:latin typeface="LiberationSans"/>
                <a:ea typeface="LiberationSans"/>
                <a:cs typeface="LiberationSans"/>
              </a:defRPr>
            </a:pPr>
            <a:r>
              <a:rPr sz="1500" b="0" i="0">
                <a:solidFill>
                  <a:srgbClr val="292F35"/>
                </a:solidFill>
                <a:latin typeface="LiberationSans"/>
                <a:ea typeface="LiberationSans"/>
                <a:cs typeface="LiberationSans"/>
              </a:rPr>
              <a:t>Monitorización y respuesta a incidentes</a:t>
            </a:r>
          </a:p>
        </p:txBody>
      </p:sp>
      <p:sp>
        <p:nvSpPr>
          <p:cNvPr id="34" name="agenda-right-number-3">
            <a:extLst xmlns:a="http://schemas.openxmlformats.org/drawingml/2006/main">
              <a:ext uri="{FF2B5EF4-FFF2-40B4-BE49-F238E27FC236}">
                <a16:creationId xmlns:a16="http://schemas.microsoft.com/office/drawing/2014/main" id="{889380C0-C354-4073-A10E-584387B42A0A}"/>
              </a:ext>
            </a:extLst>
          </p:cNvPr>
          <p:cNvSpPr>
            <a:spLocks xmlns:a="http://schemas.openxmlformats.org/drawingml/2006/main" noGrp="1"/>
          </p:cNvSpPr>
          <p:nvPr/>
        </p:nvSpPr>
        <p:spPr>
          <a:xfrm xmlns:a="http://schemas.openxmlformats.org/drawingml/2006/main">
            <a:off x="6724650" y="402907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C99B2E"/>
                </a:solidFill>
                <a:latin typeface="LiberationSans"/>
                <a:ea typeface="LiberationSans"/>
                <a:cs typeface="LiberationSans"/>
              </a:defRPr>
            </a:pPr>
            <a:r>
              <a:rPr sz="1500" b="1" i="0">
                <a:solidFill>
                  <a:srgbClr val="C99B2E"/>
                </a:solidFill>
                <a:latin typeface="LiberationSans"/>
                <a:ea typeface="LiberationSans"/>
                <a:cs typeface="LiberationSans"/>
              </a:rPr>
              <a:t>10</a:t>
            </a:r>
          </a:p>
        </p:txBody>
      </p:sp>
      <p:sp>
        <p:nvSpPr>
          <p:cNvPr id="35" name="agenda-right-line-3">
            <a:extLst xmlns:a="http://schemas.openxmlformats.org/drawingml/2006/main">
              <a:ext uri="{FF2B5EF4-FFF2-40B4-BE49-F238E27FC236}">
                <a16:creationId xmlns:a16="http://schemas.microsoft.com/office/drawing/2014/main" id="{7CD5FA11-98C4-4D2D-8B88-E5C79D0A24CE}"/>
              </a:ext>
            </a:extLst>
          </p:cNvPr>
          <p:cNvSpPr>
            <a:spLocks xmlns:a="http://schemas.openxmlformats.org/drawingml/2006/main" noGrp="1"/>
          </p:cNvSpPr>
          <p:nvPr/>
        </p:nvSpPr>
        <p:spPr>
          <a:xfrm xmlns:a="http://schemas.openxmlformats.org/drawingml/2006/main">
            <a:off x="7448550" y="4105275"/>
            <a:ext cx="400050" cy="28575"/>
          </a:xfrm>
          <a:prstGeom xmlns:a="http://schemas.openxmlformats.org/drawingml/2006/main" prst="rect">
            <a:avLst/>
          </a:prstGeom>
          <a:solidFill xmlns:a="http://schemas.openxmlformats.org/drawingml/2006/main">
            <a:srgbClr val="D5DEE5"/>
          </a:solidFill>
          <a:ln xmlns:a="http://schemas.openxmlformats.org/drawingml/2006/main" w="0">
            <a:solidFill>
              <a:srgbClr val="D5DEE5"/>
            </a:solidFill>
            <a:prstDash val="solid"/>
          </a:ln>
        </p:spPr>
      </p:sp>
      <p:sp>
        <p:nvSpPr>
          <p:cNvPr id="36" name="agenda-right-label-3">
            <a:extLst xmlns:a="http://schemas.openxmlformats.org/drawingml/2006/main">
              <a:ext uri="{FF2B5EF4-FFF2-40B4-BE49-F238E27FC236}">
                <a16:creationId xmlns:a16="http://schemas.microsoft.com/office/drawing/2014/main" id="{EBB57314-7712-4693-84DA-4DFA7A5A7DAD}"/>
              </a:ext>
            </a:extLst>
          </p:cNvPr>
          <p:cNvSpPr>
            <a:spLocks xmlns:a="http://schemas.openxmlformats.org/drawingml/2006/main" noGrp="1"/>
          </p:cNvSpPr>
          <p:nvPr/>
        </p:nvSpPr>
        <p:spPr>
          <a:xfrm xmlns:a="http://schemas.openxmlformats.org/drawingml/2006/main">
            <a:off x="8058150" y="3952875"/>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500" b="0" i="0">
                <a:solidFill>
                  <a:srgbClr val="292F35"/>
                </a:solidFill>
                <a:latin typeface="LiberationSans"/>
                <a:ea typeface="LiberationSans"/>
                <a:cs typeface="LiberationSans"/>
              </a:defRPr>
            </a:pPr>
            <a:r>
              <a:rPr sz="1500" b="0" i="0">
                <a:solidFill>
                  <a:srgbClr val="292F35"/>
                </a:solidFill>
                <a:latin typeface="LiberationSans"/>
                <a:ea typeface="LiberationSans"/>
                <a:cs typeface="LiberationSans"/>
              </a:rPr>
              <a:t>Pruebas de seguridad</a:t>
            </a:r>
          </a:p>
        </p:txBody>
      </p:sp>
      <p:sp>
        <p:nvSpPr>
          <p:cNvPr id="37" name="agenda-right-number-4">
            <a:extLst xmlns:a="http://schemas.openxmlformats.org/drawingml/2006/main">
              <a:ext uri="{FF2B5EF4-FFF2-40B4-BE49-F238E27FC236}">
                <a16:creationId xmlns:a16="http://schemas.microsoft.com/office/drawing/2014/main" id="{0F261953-04FD-45B1-96A3-ECCBC049B52E}"/>
              </a:ext>
            </a:extLst>
          </p:cNvPr>
          <p:cNvSpPr>
            <a:spLocks xmlns:a="http://schemas.openxmlformats.org/drawingml/2006/main" noGrp="1"/>
          </p:cNvSpPr>
          <p:nvPr/>
        </p:nvSpPr>
        <p:spPr>
          <a:xfrm xmlns:a="http://schemas.openxmlformats.org/drawingml/2006/main">
            <a:off x="6724650" y="469582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C99B2E"/>
                </a:solidFill>
                <a:latin typeface="LiberationSans"/>
                <a:ea typeface="LiberationSans"/>
                <a:cs typeface="LiberationSans"/>
              </a:defRPr>
            </a:pPr>
            <a:r>
              <a:rPr sz="1500" b="1" i="0">
                <a:solidFill>
                  <a:srgbClr val="C99B2E"/>
                </a:solidFill>
                <a:latin typeface="LiberationSans"/>
                <a:ea typeface="LiberationSans"/>
                <a:cs typeface="LiberationSans"/>
              </a:rPr>
              <a:t>11</a:t>
            </a:r>
          </a:p>
        </p:txBody>
      </p:sp>
      <p:sp>
        <p:nvSpPr>
          <p:cNvPr id="38" name="agenda-right-line-4">
            <a:extLst xmlns:a="http://schemas.openxmlformats.org/drawingml/2006/main">
              <a:ext uri="{FF2B5EF4-FFF2-40B4-BE49-F238E27FC236}">
                <a16:creationId xmlns:a16="http://schemas.microsoft.com/office/drawing/2014/main" id="{C3EAC887-AB08-4491-A93C-CB5FE9BDB81D}"/>
              </a:ext>
            </a:extLst>
          </p:cNvPr>
          <p:cNvSpPr>
            <a:spLocks xmlns:a="http://schemas.openxmlformats.org/drawingml/2006/main" noGrp="1"/>
          </p:cNvSpPr>
          <p:nvPr/>
        </p:nvSpPr>
        <p:spPr>
          <a:xfrm xmlns:a="http://schemas.openxmlformats.org/drawingml/2006/main">
            <a:off x="7448550" y="4772025"/>
            <a:ext cx="400050" cy="28575"/>
          </a:xfrm>
          <a:prstGeom xmlns:a="http://schemas.openxmlformats.org/drawingml/2006/main" prst="rect">
            <a:avLst/>
          </a:prstGeom>
          <a:solidFill xmlns:a="http://schemas.openxmlformats.org/drawingml/2006/main">
            <a:srgbClr val="D5DEE5"/>
          </a:solidFill>
          <a:ln xmlns:a="http://schemas.openxmlformats.org/drawingml/2006/main" w="0">
            <a:solidFill>
              <a:srgbClr val="D5DEE5"/>
            </a:solidFill>
            <a:prstDash val="solid"/>
          </a:ln>
        </p:spPr>
      </p:sp>
      <p:sp>
        <p:nvSpPr>
          <p:cNvPr id="39" name="agenda-right-label-4">
            <a:extLst xmlns:a="http://schemas.openxmlformats.org/drawingml/2006/main">
              <a:ext uri="{FF2B5EF4-FFF2-40B4-BE49-F238E27FC236}">
                <a16:creationId xmlns:a16="http://schemas.microsoft.com/office/drawing/2014/main" id="{4BF5C7B9-0A14-42DB-A468-6E1C7CB254FD}"/>
              </a:ext>
            </a:extLst>
          </p:cNvPr>
          <p:cNvSpPr>
            <a:spLocks xmlns:a="http://schemas.openxmlformats.org/drawingml/2006/main" noGrp="1"/>
          </p:cNvSpPr>
          <p:nvPr/>
        </p:nvSpPr>
        <p:spPr>
          <a:xfrm xmlns:a="http://schemas.openxmlformats.org/drawingml/2006/main">
            <a:off x="8058150" y="4619625"/>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500" b="0" i="0">
                <a:solidFill>
                  <a:srgbClr val="292F35"/>
                </a:solidFill>
                <a:latin typeface="LiberationSans"/>
                <a:ea typeface="LiberationSans"/>
                <a:cs typeface="LiberationSans"/>
              </a:defRPr>
            </a:pPr>
            <a:r>
              <a:rPr sz="1500" b="0" i="0">
                <a:solidFill>
                  <a:srgbClr val="292F35"/>
                </a:solidFill>
                <a:latin typeface="LiberationSans"/>
                <a:ea typeface="LiberationSans"/>
                <a:cs typeface="LiberationSans"/>
              </a:rPr>
              <a:t>Cumplimiento y normativas</a:t>
            </a:r>
          </a:p>
        </p:txBody>
      </p:sp>
      <p:sp>
        <p:nvSpPr>
          <p:cNvPr id="40" name="agenda-right-number-5">
            <a:extLst xmlns:a="http://schemas.openxmlformats.org/drawingml/2006/main">
              <a:ext uri="{FF2B5EF4-FFF2-40B4-BE49-F238E27FC236}">
                <a16:creationId xmlns:a16="http://schemas.microsoft.com/office/drawing/2014/main" id="{A1E0EEAB-78E8-475D-9974-2EDB58569677}"/>
              </a:ext>
            </a:extLst>
          </p:cNvPr>
          <p:cNvSpPr>
            <a:spLocks xmlns:a="http://schemas.openxmlformats.org/drawingml/2006/main" noGrp="1"/>
          </p:cNvSpPr>
          <p:nvPr/>
        </p:nvSpPr>
        <p:spPr>
          <a:xfrm xmlns:a="http://schemas.openxmlformats.org/drawingml/2006/main">
            <a:off x="6724650" y="536257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C99B2E"/>
                </a:solidFill>
                <a:latin typeface="LiberationSans"/>
                <a:ea typeface="LiberationSans"/>
                <a:cs typeface="LiberationSans"/>
              </a:defRPr>
            </a:pPr>
            <a:r>
              <a:rPr sz="1500" b="1" i="0">
                <a:solidFill>
                  <a:srgbClr val="C99B2E"/>
                </a:solidFill>
                <a:latin typeface="LiberationSans"/>
                <a:ea typeface="LiberationSans"/>
                <a:cs typeface="LiberationSans"/>
              </a:rPr>
              <a:t>12</a:t>
            </a:r>
          </a:p>
        </p:txBody>
      </p:sp>
      <p:sp>
        <p:nvSpPr>
          <p:cNvPr id="41" name="agenda-right-line-5">
            <a:extLst xmlns:a="http://schemas.openxmlformats.org/drawingml/2006/main">
              <a:ext uri="{FF2B5EF4-FFF2-40B4-BE49-F238E27FC236}">
                <a16:creationId xmlns:a16="http://schemas.microsoft.com/office/drawing/2014/main" id="{B8677921-0C51-4971-BE8A-10426D624163}"/>
              </a:ext>
            </a:extLst>
          </p:cNvPr>
          <p:cNvSpPr>
            <a:spLocks xmlns:a="http://schemas.openxmlformats.org/drawingml/2006/main" noGrp="1"/>
          </p:cNvSpPr>
          <p:nvPr/>
        </p:nvSpPr>
        <p:spPr>
          <a:xfrm xmlns:a="http://schemas.openxmlformats.org/drawingml/2006/main">
            <a:off x="7448550" y="5438775"/>
            <a:ext cx="400050" cy="28575"/>
          </a:xfrm>
          <a:prstGeom xmlns:a="http://schemas.openxmlformats.org/drawingml/2006/main" prst="rect">
            <a:avLst/>
          </a:prstGeom>
          <a:solidFill xmlns:a="http://schemas.openxmlformats.org/drawingml/2006/main">
            <a:srgbClr val="D5DEE5"/>
          </a:solidFill>
          <a:ln xmlns:a="http://schemas.openxmlformats.org/drawingml/2006/main" w="0">
            <a:solidFill>
              <a:srgbClr val="D5DEE5"/>
            </a:solidFill>
            <a:prstDash val="solid"/>
          </a:ln>
        </p:spPr>
      </p:sp>
      <p:sp>
        <p:nvSpPr>
          <p:cNvPr id="42" name="agenda-right-label-5">
            <a:extLst xmlns:a="http://schemas.openxmlformats.org/drawingml/2006/main">
              <a:ext uri="{FF2B5EF4-FFF2-40B4-BE49-F238E27FC236}">
                <a16:creationId xmlns:a16="http://schemas.microsoft.com/office/drawing/2014/main" id="{828C9F02-886F-46A6-824E-CD9CD836CF63}"/>
              </a:ext>
            </a:extLst>
          </p:cNvPr>
          <p:cNvSpPr>
            <a:spLocks xmlns:a="http://schemas.openxmlformats.org/drawingml/2006/main" noGrp="1"/>
          </p:cNvSpPr>
          <p:nvPr/>
        </p:nvSpPr>
        <p:spPr>
          <a:xfrm xmlns:a="http://schemas.openxmlformats.org/drawingml/2006/main">
            <a:off x="8058150" y="5286375"/>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500" b="0" i="0">
                <a:solidFill>
                  <a:srgbClr val="292F35"/>
                </a:solidFill>
                <a:latin typeface="LiberationSans"/>
                <a:ea typeface="LiberationSans"/>
                <a:cs typeface="LiberationSans"/>
              </a:defRPr>
            </a:pPr>
            <a:r>
              <a:rPr sz="1500" b="0" i="0">
                <a:solidFill>
                  <a:srgbClr val="292F35"/>
                </a:solidFill>
                <a:latin typeface="LiberationSans"/>
                <a:ea typeface="LiberationSans"/>
                <a:cs typeface="LiberationSans"/>
              </a:rPr>
              <a:t>Mini caso y conexión con el proyecto</a:t>
            </a:r>
          </a:p>
        </p:txBody>
      </p:sp>
      <p:sp>
        <p:nvSpPr>
          <p:cNvPr id="43" name="agenda-tagline">
            <a:extLst xmlns:a="http://schemas.openxmlformats.org/drawingml/2006/main">
              <a:ext uri="{FF2B5EF4-FFF2-40B4-BE49-F238E27FC236}">
                <a16:creationId xmlns:a16="http://schemas.microsoft.com/office/drawing/2014/main" id="{5EBDFE5F-1E2A-44D8-A92C-52064D1FB398}"/>
              </a:ext>
            </a:extLst>
          </p:cNvPr>
          <p:cNvSpPr>
            <a:spLocks xmlns:a="http://schemas.openxmlformats.org/drawingml/2006/main" noGrp="1"/>
          </p:cNvSpPr>
          <p:nvPr/>
        </p:nvSpPr>
        <p:spPr>
          <a:xfrm xmlns:a="http://schemas.openxmlformats.org/drawingml/2006/main">
            <a:off x="8134350" y="5905500"/>
            <a:ext cx="3276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1C3854"/>
                </a:solidFill>
                <a:latin typeface="LiberationSans"/>
                <a:ea typeface="LiberationSans"/>
                <a:cs typeface="LiberationSans"/>
              </a:defRPr>
            </a:pPr>
            <a:r>
              <a:rPr sz="1500" b="1" i="0">
                <a:solidFill>
                  <a:srgbClr val="1C3854"/>
                </a:solidFill>
                <a:latin typeface="LiberationSans"/>
                <a:ea typeface="LiberationSans"/>
                <a:cs typeface="LiberationSans"/>
              </a:rPr>
              <a:t>De la prevención a la respuesta</a:t>
            </a:r>
          </a:p>
        </p:txBody>
      </p:sp>
    </p:spTree>
    <p:extLst>
      <p:ext uri="{BB962C8B-B14F-4D97-AF65-F5344CB8AC3E}">
        <p14:creationId xmlns:p14="http://schemas.microsoft.com/office/powerpoint/2010/main" val="1522164513"/>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project-notices-kicker">
            <a:extLst xmlns:a="http://schemas.openxmlformats.org/drawingml/2006/main">
              <a:ext uri="{FF2B5EF4-FFF2-40B4-BE49-F238E27FC236}">
                <a16:creationId xmlns:a16="http://schemas.microsoft.com/office/drawing/2014/main" id="{A6F6A35A-DEBD-4AE4-A8FF-FA9892902303}"/>
              </a:ext>
            </a:extLst>
          </p:cNvPr>
          <p:cNvSpPr>
            <a:spLocks xmlns:a="http://schemas.openxmlformats.org/drawingml/2006/main" noGrp="1"/>
          </p:cNvSpPr>
          <p:nvPr/>
        </p:nvSpPr>
        <p:spPr>
          <a:xfrm xmlns:a="http://schemas.openxmlformats.org/drawingml/2006/main">
            <a:off x="685800" y="4000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i="0">
                <a:solidFill>
                  <a:srgbClr val="C99B2E"/>
                </a:solidFill>
                <a:latin typeface="LiberationSans"/>
                <a:ea typeface="LiberationSans"/>
                <a:cs typeface="LiberationSans"/>
              </a:defRPr>
            </a:pPr>
            <a:r>
              <a:rPr sz="1125" b="1" i="0">
                <a:solidFill>
                  <a:srgbClr val="C99B2E"/>
                </a:solidFill>
                <a:latin typeface="LiberationSans"/>
                <a:ea typeface="LiberationSans"/>
                <a:cs typeface="LiberationSans"/>
              </a:rPr>
              <a:t>ANTES DEL CONTENIDO</a:t>
            </a:r>
          </a:p>
        </p:txBody>
      </p:sp>
      <p:sp>
        <p:nvSpPr>
          <p:cNvPr id="2" name="project-notices-title">
            <a:extLst xmlns:a="http://schemas.openxmlformats.org/drawingml/2006/main">
              <a:ext uri="{FF2B5EF4-FFF2-40B4-BE49-F238E27FC236}">
                <a16:creationId xmlns:a16="http://schemas.microsoft.com/office/drawing/2014/main" id="{5609CEEE-CC3F-4F4E-ACD5-CC85B5632A36}"/>
              </a:ext>
            </a:extLst>
          </p:cNvPr>
          <p:cNvSpPr>
            <a:spLocks xmlns:a="http://schemas.openxmlformats.org/drawingml/2006/main" noGrp="1"/>
          </p:cNvSpPr>
          <p:nvPr/>
        </p:nvSpPr>
        <p:spPr>
          <a:xfrm xmlns:a="http://schemas.openxmlformats.org/drawingml/2006/main">
            <a:off x="685800" y="685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150" b="1" i="0">
                <a:solidFill>
                  <a:srgbClr val="1C3854"/>
                </a:solidFill>
                <a:latin typeface="LiberationSans"/>
                <a:ea typeface="LiberationSans"/>
                <a:cs typeface="LiberationSans"/>
              </a:defRPr>
            </a:pPr>
            <a:r>
              <a:rPr sz="3150" b="1" i="0">
                <a:solidFill>
                  <a:srgbClr val="1C3854"/>
                </a:solidFill>
                <a:latin typeface="LiberationSans"/>
                <a:ea typeface="LiberationSans"/>
                <a:cs typeface="LiberationSans"/>
              </a:rPr>
              <a:t>Avisos del proyecto</a:t>
            </a:r>
          </a:p>
        </p:txBody>
      </p:sp>
      <p:sp>
        <p:nvSpPr>
          <p:cNvPr id="3" name="project-notices-rule">
            <a:extLst xmlns:a="http://schemas.openxmlformats.org/drawingml/2006/main">
              <a:ext uri="{FF2B5EF4-FFF2-40B4-BE49-F238E27FC236}">
                <a16:creationId xmlns:a16="http://schemas.microsoft.com/office/drawing/2014/main" id="{B9F3535B-C8C6-4E85-8ACA-E63E38BE0453}"/>
              </a:ext>
            </a:extLst>
          </p:cNvPr>
          <p:cNvSpPr>
            <a:spLocks xmlns:a="http://schemas.openxmlformats.org/drawingml/2006/main" noGrp="1"/>
          </p:cNvSpPr>
          <p:nvPr/>
        </p:nvSpPr>
        <p:spPr>
          <a:xfrm xmlns:a="http://schemas.openxmlformats.org/drawingml/2006/main">
            <a:off x="685800" y="1323975"/>
            <a:ext cx="1104900" cy="47625"/>
          </a:xfrm>
          <a:prstGeom xmlns:a="http://schemas.openxmlformats.org/drawingml/2006/main" prst="rect">
            <a:avLst/>
          </a:prstGeom>
          <a:solidFill xmlns:a="http://schemas.openxmlformats.org/drawingml/2006/main">
            <a:srgbClr val="C99B2E"/>
          </a:solidFill>
          <a:ln xmlns:a="http://schemas.openxmlformats.org/drawingml/2006/main" w="0">
            <a:solidFill>
              <a:srgbClr val="C99B2E"/>
            </a:solidFill>
            <a:prstDash val="solid"/>
          </a:ln>
        </p:spPr>
      </p:sp>
      <p:sp>
        <p:nvSpPr>
          <p:cNvPr id="4" name="project-notices-subtitle">
            <a:extLst xmlns:a="http://schemas.openxmlformats.org/drawingml/2006/main">
              <a:ext uri="{FF2B5EF4-FFF2-40B4-BE49-F238E27FC236}">
                <a16:creationId xmlns:a16="http://schemas.microsoft.com/office/drawing/2014/main" id="{7AEA3D65-A52C-4075-938E-959DABDD908D}"/>
              </a:ext>
            </a:extLst>
          </p:cNvPr>
          <p:cNvSpPr>
            <a:spLocks xmlns:a="http://schemas.openxmlformats.org/drawingml/2006/main" noGrp="1"/>
          </p:cNvSpPr>
          <p:nvPr/>
        </p:nvSpPr>
        <p:spPr>
          <a:xfrm xmlns:a="http://schemas.openxmlformats.org/drawingml/2006/main">
            <a:off x="685800" y="15049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68747F"/>
                </a:solidFill>
                <a:latin typeface="LiberationSans"/>
                <a:ea typeface="LiberationSans"/>
                <a:cs typeface="LiberationSans"/>
              </a:defRPr>
            </a:pPr>
            <a:r>
              <a:rPr sz="1500" b="0" i="0">
                <a:solidFill>
                  <a:srgbClr val="68747F"/>
                </a:solidFill>
                <a:latin typeface="LiberationSans"/>
                <a:ea typeface="LiberationSans"/>
                <a:cs typeface="LiberationSans"/>
              </a:rPr>
              <a:t>Este espacio se completa durante la clase con la información oficial del curso.</a:t>
            </a:r>
          </a:p>
        </p:txBody>
      </p:sp>
      <p:sp>
        <p:nvSpPr>
          <p:cNvPr id="5" name="footer-band-3">
            <a:extLst xmlns:a="http://schemas.openxmlformats.org/drawingml/2006/main">
              <a:ext uri="{FF2B5EF4-FFF2-40B4-BE49-F238E27FC236}">
                <a16:creationId xmlns:a16="http://schemas.microsoft.com/office/drawing/2014/main" id="{2BF1172C-5584-4B06-AB69-9413E8E38DE5}"/>
              </a:ext>
            </a:extLst>
          </p:cNvPr>
          <p:cNvSpPr>
            <a:spLocks xmlns:a="http://schemas.openxmlformats.org/drawingml/2006/main" noGrp="1"/>
          </p:cNvSpPr>
          <p:nvPr/>
        </p:nvSpPr>
        <p:spPr>
          <a:xfrm xmlns:a="http://schemas.openxmlformats.org/drawingml/2006/main">
            <a:off x="0" y="6705600"/>
            <a:ext cx="12192000" cy="152400"/>
          </a:xfrm>
          <a:prstGeom xmlns:a="http://schemas.openxmlformats.org/drawingml/2006/main" prst="rect">
            <a:avLst/>
          </a:prstGeom>
          <a:solidFill xmlns:a="http://schemas.openxmlformats.org/drawingml/2006/main">
            <a:srgbClr val="18324C"/>
          </a:solidFill>
          <a:ln xmlns:a="http://schemas.openxmlformats.org/drawingml/2006/main" w="0">
            <a:solidFill>
              <a:srgbClr val="18324C"/>
            </a:solidFill>
            <a:prstDash val="solid"/>
          </a:ln>
        </p:spPr>
      </p:sp>
      <p:sp>
        <p:nvSpPr>
          <p:cNvPr id="6" name="footer-label-3">
            <a:extLst xmlns:a="http://schemas.openxmlformats.org/drawingml/2006/main">
              <a:ext uri="{FF2B5EF4-FFF2-40B4-BE49-F238E27FC236}">
                <a16:creationId xmlns:a16="http://schemas.microsoft.com/office/drawing/2014/main" id="{97ABC918-1304-4513-8D07-85FD9A5E12F4}"/>
              </a:ext>
            </a:extLst>
          </p:cNvPr>
          <p:cNvSpPr>
            <a:spLocks xmlns:a="http://schemas.openxmlformats.org/drawingml/2006/main" noGrp="1"/>
          </p:cNvSpPr>
          <p:nvPr/>
        </p:nvSpPr>
        <p:spPr>
          <a:xfrm xmlns:a="http://schemas.openxmlformats.org/drawingml/2006/main">
            <a:off x="685800" y="64293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75" b="0" i="0">
                <a:solidFill>
                  <a:srgbClr val="68747F"/>
                </a:solidFill>
                <a:latin typeface="LiberationSans"/>
                <a:ea typeface="LiberationSans"/>
                <a:cs typeface="LiberationSans"/>
              </a:defRPr>
            </a:pPr>
            <a:r>
              <a:rPr sz="975" b="0" i="0">
                <a:solidFill>
                  <a:srgbClr val="68747F"/>
                </a:solidFill>
                <a:latin typeface="LiberationSans"/>
                <a:ea typeface="LiberationSans"/>
                <a:cs typeface="LiberationSans"/>
              </a:rPr>
              <a:t>ANÁLISIS Y DISEÑO DE SISTEMAS 2</a:t>
            </a:r>
          </a:p>
        </p:txBody>
      </p:sp>
      <p:sp>
        <p:nvSpPr>
          <p:cNvPr id="7" name="footer-number-3">
            <a:extLst xmlns:a="http://schemas.openxmlformats.org/drawingml/2006/main">
              <a:ext uri="{FF2B5EF4-FFF2-40B4-BE49-F238E27FC236}">
                <a16:creationId xmlns:a16="http://schemas.microsoft.com/office/drawing/2014/main" id="{C1A01848-FDCC-4313-8017-CC0F7AF93E90}"/>
              </a:ext>
            </a:extLst>
          </p:cNvPr>
          <p:cNvSpPr>
            <a:spLocks xmlns:a="http://schemas.openxmlformats.org/drawingml/2006/main" noGrp="1"/>
          </p:cNvSpPr>
          <p:nvPr/>
        </p:nvSpPr>
        <p:spPr>
          <a:xfrm xmlns:a="http://schemas.openxmlformats.org/drawingml/2006/main">
            <a:off x="11049000" y="642937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i="0">
                <a:solidFill>
                  <a:srgbClr val="1C3854"/>
                </a:solidFill>
                <a:latin typeface="LiberationSans"/>
                <a:ea typeface="LiberationSans"/>
                <a:cs typeface="LiberationSans"/>
              </a:defRPr>
            </a:pPr>
            <a:r>
              <a:rPr sz="1050" b="1" i="0">
                <a:solidFill>
                  <a:srgbClr val="1C3854"/>
                </a:solidFill>
                <a:latin typeface="LiberationSans"/>
                <a:ea typeface="LiberationSans"/>
                <a:cs typeface="LiberationSans"/>
              </a:rPr>
              <a:t>03</a:t>
            </a:r>
          </a:p>
        </p:txBody>
      </p:sp>
      <p:sp>
        <p:nvSpPr>
          <p:cNvPr id="8" name="project-notices-main">
            <a:extLst xmlns:a="http://schemas.openxmlformats.org/drawingml/2006/main">
              <a:ext uri="{FF2B5EF4-FFF2-40B4-BE49-F238E27FC236}">
                <a16:creationId xmlns:a16="http://schemas.microsoft.com/office/drawing/2014/main" id="{1F862313-8F90-4DBA-8861-6690FF9FB4B3}"/>
              </a:ext>
            </a:extLst>
          </p:cNvPr>
          <p:cNvSpPr>
            <a:spLocks xmlns:a="http://schemas.openxmlformats.org/drawingml/2006/main" noGrp="1"/>
          </p:cNvSpPr>
          <p:nvPr/>
        </p:nvSpPr>
        <p:spPr>
          <a:xfrm xmlns:a="http://schemas.openxmlformats.org/drawingml/2006/main">
            <a:off x="685800" y="2076450"/>
            <a:ext cx="6553200" cy="3333750"/>
          </a:xfrm>
          <a:prstGeom xmlns:a="http://schemas.openxmlformats.org/drawingml/2006/main" prst="rect">
            <a:avLst/>
          </a:prstGeom>
          <a:solidFill xmlns:a="http://schemas.openxmlformats.org/drawingml/2006/main">
            <a:srgbClr val="FFFFFF"/>
          </a:solidFill>
          <a:ln xmlns:a="http://schemas.openxmlformats.org/drawingml/2006/main" w="9525">
            <a:solidFill>
              <a:srgbClr val="D5DEE5"/>
            </a:solidFill>
            <a:prstDash val="solid"/>
          </a:ln>
        </p:spPr>
      </p:sp>
      <p:sp>
        <p:nvSpPr>
          <p:cNvPr id="9" name="project-notices-main-title">
            <a:extLst xmlns:a="http://schemas.openxmlformats.org/drawingml/2006/main">
              <a:ext uri="{FF2B5EF4-FFF2-40B4-BE49-F238E27FC236}">
                <a16:creationId xmlns:a16="http://schemas.microsoft.com/office/drawing/2014/main" id="{32642CC9-DB4C-4338-9FC7-011F634F7B38}"/>
              </a:ext>
            </a:extLst>
          </p:cNvPr>
          <p:cNvSpPr>
            <a:spLocks xmlns:a="http://schemas.openxmlformats.org/drawingml/2006/main" noGrp="1"/>
          </p:cNvSpPr>
          <p:nvPr/>
        </p:nvSpPr>
        <p:spPr>
          <a:xfrm xmlns:a="http://schemas.openxmlformats.org/drawingml/2006/main">
            <a:off x="990600" y="2362200"/>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C3854"/>
                </a:solidFill>
                <a:latin typeface="LiberationSans"/>
                <a:ea typeface="LiberationSans"/>
                <a:cs typeface="LiberationSans"/>
              </a:defRPr>
            </a:pPr>
            <a:r>
              <a:rPr sz="1875" b="1" i="0">
                <a:solidFill>
                  <a:srgbClr val="1C3854"/>
                </a:solidFill>
                <a:latin typeface="LiberationSans"/>
                <a:ea typeface="LiberationSans"/>
                <a:cs typeface="LiberationSans"/>
              </a:rPr>
              <a:t>En esta clase revisaremos</a:t>
            </a:r>
          </a:p>
        </p:txBody>
      </p:sp>
      <p:sp>
        <p:nvSpPr>
          <p:cNvPr id="10" name="project-notices-list">
            <a:extLst xmlns:a="http://schemas.openxmlformats.org/drawingml/2006/main">
              <a:ext uri="{FF2B5EF4-FFF2-40B4-BE49-F238E27FC236}">
                <a16:creationId xmlns:a16="http://schemas.microsoft.com/office/drawing/2014/main" id="{AA0F4676-D49C-45D2-87DD-A4A2AEA83EB4}"/>
              </a:ext>
            </a:extLst>
          </p:cNvPr>
          <p:cNvSpPr>
            <a:spLocks xmlns:a="http://schemas.openxmlformats.org/drawingml/2006/main" noGrp="1"/>
          </p:cNvSpPr>
          <p:nvPr/>
        </p:nvSpPr>
        <p:spPr>
          <a:xfrm xmlns:a="http://schemas.openxmlformats.org/drawingml/2006/main">
            <a:off x="1028700" y="3009900"/>
            <a:ext cx="55626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28600" indent="-114300">
              <a:lnSpc>
                <a:spcPct val="112000"/>
              </a:lnSpc>
              <a:spcAft>
                <a:spcPts val="1000"/>
              </a:spcAft>
              <a:buNone/>
              <a:defRPr sz="1575" b="0">
                <a:solidFill>
                  <a:srgbClr val="292F35"/>
                </a:solidFill>
                <a:latin typeface="LiberationSans"/>
                <a:ea typeface="LiberationSans"/>
                <a:cs typeface="LiberationSans"/>
              </a:defRPr>
            </a:pPr>
            <a:r>
              <a:rPr sz="1575" b="0">
                <a:solidFill>
                  <a:srgbClr val="292F35"/>
                </a:solidFill>
                <a:latin typeface="LiberationSans"/>
                <a:ea typeface="LiberationSans"/>
                <a:cs typeface="LiberationSans"/>
              </a:rPr>
              <a:t>Qué observará la hoja de calificación de la Fase 2</a:t>
            </a:r>
          </a:p>
          <a:p xmlns:a="http://schemas.openxmlformats.org/drawingml/2006/main">
            <a:pPr marL="228600" indent="-114300">
              <a:lnSpc>
                <a:spcPct val="112000"/>
              </a:lnSpc>
              <a:spcAft>
                <a:spcPts val="1000"/>
              </a:spcAft>
              <a:buNone/>
              <a:defRPr sz="1575" b="0">
                <a:solidFill>
                  <a:srgbClr val="292F35"/>
                </a:solidFill>
                <a:latin typeface="LiberationSans"/>
                <a:ea typeface="LiberationSans"/>
                <a:cs typeface="LiberationSans"/>
              </a:defRPr>
            </a:pPr>
            <a:r>
              <a:rPr sz="1575" b="0">
                <a:solidFill>
                  <a:srgbClr val="292F35"/>
                </a:solidFill>
                <a:latin typeface="LiberationSans"/>
                <a:ea typeface="LiberationSans"/>
                <a:cs typeface="LiberationSans"/>
              </a:rPr>
              <a:t>Cómo se comunicarán los horarios de calificación de la Fase 2</a:t>
            </a:r>
          </a:p>
          <a:p xmlns:a="http://schemas.openxmlformats.org/drawingml/2006/main">
            <a:pPr marL="228600" indent="-114300">
              <a:lnSpc>
                <a:spcPct val="112000"/>
              </a:lnSpc>
              <a:spcAft>
                <a:spcPts val="1000"/>
              </a:spcAft>
              <a:buNone/>
              <a:defRPr sz="1575" b="0">
                <a:solidFill>
                  <a:srgbClr val="292F35"/>
                </a:solidFill>
                <a:latin typeface="LiberationSans"/>
                <a:ea typeface="LiberationSans"/>
                <a:cs typeface="LiberationSans"/>
              </a:defRPr>
            </a:pPr>
            <a:r>
              <a:rPr sz="1575" b="0">
                <a:solidFill>
                  <a:srgbClr val="292F35"/>
                </a:solidFill>
                <a:latin typeface="LiberationSans"/>
                <a:ea typeface="LiberationSans"/>
                <a:cs typeface="LiberationSans"/>
              </a:rPr>
              <a:t>Qué material corresponde a la lectura de la Fase 3</a:t>
            </a:r>
          </a:p>
        </p:txBody>
      </p:sp>
      <p:sp>
        <p:nvSpPr>
          <p:cNvPr id="11" name="project-notices-bottom">
            <a:extLst xmlns:a="http://schemas.openxmlformats.org/drawingml/2006/main">
              <a:ext uri="{FF2B5EF4-FFF2-40B4-BE49-F238E27FC236}">
                <a16:creationId xmlns:a16="http://schemas.microsoft.com/office/drawing/2014/main" id="{38B81319-6C51-4A05-8C17-4EB257E7C228}"/>
              </a:ext>
            </a:extLst>
          </p:cNvPr>
          <p:cNvSpPr>
            <a:spLocks xmlns:a="http://schemas.openxmlformats.org/drawingml/2006/main" noGrp="1"/>
          </p:cNvSpPr>
          <p:nvPr/>
        </p:nvSpPr>
        <p:spPr>
          <a:xfrm xmlns:a="http://schemas.openxmlformats.org/drawingml/2006/main">
            <a:off x="1028700" y="4895850"/>
            <a:ext cx="5391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i="1">
                <a:solidFill>
                  <a:srgbClr val="68747F"/>
                </a:solidFill>
                <a:latin typeface="LiberationSans"/>
                <a:ea typeface="LiberationSans"/>
                <a:cs typeface="LiberationSans"/>
              </a:defRPr>
            </a:pPr>
            <a:r>
              <a:rPr sz="1350" b="0" i="1">
                <a:solidFill>
                  <a:srgbClr val="68747F"/>
                </a:solidFill>
                <a:latin typeface="LiberationSans"/>
                <a:ea typeface="LiberationSans"/>
                <a:cs typeface="LiberationSans"/>
              </a:rPr>
              <a:t>Los detalles concretos se anuncian durante el aviso del curso.</a:t>
            </a:r>
          </a:p>
        </p:txBody>
      </p:sp>
      <p:sp>
        <p:nvSpPr>
          <p:cNvPr id="12" name="project-notices-side">
            <a:extLst xmlns:a="http://schemas.openxmlformats.org/drawingml/2006/main">
              <a:ext uri="{FF2B5EF4-FFF2-40B4-BE49-F238E27FC236}">
                <a16:creationId xmlns:a16="http://schemas.microsoft.com/office/drawing/2014/main" id="{C2FB4496-DA86-4679-9DA3-ABD5C550ADE7}"/>
              </a:ext>
            </a:extLst>
          </p:cNvPr>
          <p:cNvSpPr>
            <a:spLocks xmlns:a="http://schemas.openxmlformats.org/drawingml/2006/main" noGrp="1"/>
          </p:cNvSpPr>
          <p:nvPr/>
        </p:nvSpPr>
        <p:spPr>
          <a:xfrm xmlns:a="http://schemas.openxmlformats.org/drawingml/2006/main">
            <a:off x="7867650" y="2076450"/>
            <a:ext cx="3448050" cy="3333750"/>
          </a:xfrm>
          <a:prstGeom xmlns:a="http://schemas.openxmlformats.org/drawingml/2006/main" prst="rect">
            <a:avLst/>
          </a:prstGeom>
          <a:solidFill xmlns:a="http://schemas.openxmlformats.org/drawingml/2006/main">
            <a:srgbClr val="18324C"/>
          </a:solidFill>
          <a:ln xmlns:a="http://schemas.openxmlformats.org/drawingml/2006/main" w="0">
            <a:solidFill>
              <a:srgbClr val="18324C"/>
            </a:solidFill>
            <a:prstDash val="solid"/>
          </a:ln>
        </p:spPr>
      </p:sp>
      <p:sp>
        <p:nvSpPr>
          <p:cNvPr id="13" name="project-notices-side-label">
            <a:extLst xmlns:a="http://schemas.openxmlformats.org/drawingml/2006/main">
              <a:ext uri="{FF2B5EF4-FFF2-40B4-BE49-F238E27FC236}">
                <a16:creationId xmlns:a16="http://schemas.microsoft.com/office/drawing/2014/main" id="{16537717-2DAC-4263-B4C7-099E89F3E6ED}"/>
              </a:ext>
            </a:extLst>
          </p:cNvPr>
          <p:cNvSpPr>
            <a:spLocks xmlns:a="http://schemas.openxmlformats.org/drawingml/2006/main" noGrp="1"/>
          </p:cNvSpPr>
          <p:nvPr/>
        </p:nvSpPr>
        <p:spPr>
          <a:xfrm xmlns:a="http://schemas.openxmlformats.org/drawingml/2006/main">
            <a:off x="8172450" y="24003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i="0">
                <a:solidFill>
                  <a:srgbClr val="C99B2E"/>
                </a:solidFill>
                <a:latin typeface="LiberationSans"/>
                <a:ea typeface="LiberationSans"/>
                <a:cs typeface="LiberationSans"/>
              </a:defRPr>
            </a:pPr>
            <a:r>
              <a:rPr sz="1050" b="1" i="0">
                <a:solidFill>
                  <a:srgbClr val="C99B2E"/>
                </a:solidFill>
                <a:latin typeface="LiberationSans"/>
                <a:ea typeface="LiberationSans"/>
                <a:cs typeface="LiberationSans"/>
              </a:rPr>
              <a:t>CONEXIÓN CON EL PROYECTO</a:t>
            </a:r>
          </a:p>
        </p:txBody>
      </p:sp>
      <p:sp>
        <p:nvSpPr>
          <p:cNvPr id="14" name="project-notices-side-body">
            <a:extLst xmlns:a="http://schemas.openxmlformats.org/drawingml/2006/main">
              <a:ext uri="{FF2B5EF4-FFF2-40B4-BE49-F238E27FC236}">
                <a16:creationId xmlns:a16="http://schemas.microsoft.com/office/drawing/2014/main" id="{333C2103-D913-4C25-A6CF-76242B98E440}"/>
              </a:ext>
            </a:extLst>
          </p:cNvPr>
          <p:cNvSpPr>
            <a:spLocks xmlns:a="http://schemas.openxmlformats.org/drawingml/2006/main" noGrp="1"/>
          </p:cNvSpPr>
          <p:nvPr/>
        </p:nvSpPr>
        <p:spPr>
          <a:xfrm xmlns:a="http://schemas.openxmlformats.org/drawingml/2006/main">
            <a:off x="8172450" y="2971800"/>
            <a:ext cx="27813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4076"/>
          </a:bodyPr>
          <a:lstStyle xmlns:a="http://schemas.openxmlformats.org/drawingml/2006/main"/>
          <a:p xmlns:a="http://schemas.openxmlformats.org/drawingml/2006/main">
            <a:pPr algn="l">
              <a:lnSpc>
                <a:spcPct val="106000"/>
              </a:lnSpc>
              <a:buNone/>
              <a:defRPr sz="1800" b="1" i="0">
                <a:solidFill>
                  <a:srgbClr val="FFFFFF"/>
                </a:solidFill>
                <a:latin typeface="LiberationSans"/>
                <a:ea typeface="LiberationSans"/>
                <a:cs typeface="LiberationSans"/>
              </a:defRPr>
            </a:pPr>
            <a:r>
              <a:rPr sz="1800" b="1" i="0">
                <a:solidFill>
                  <a:srgbClr val="FFFFFF"/>
                </a:solidFill>
                <a:latin typeface="LiberationSans"/>
                <a:ea typeface="LiberationSans"/>
                <a:cs typeface="LiberationSans"/>
              </a:rPr>
              <a:t>La seguridad también se evaluará como una decisión de análisis y diseño: qué se protege, qué riesgo existe y qué evidencia demuestra el control.</a:t>
            </a:r>
          </a:p>
        </p:txBody>
      </p:sp>
      <p:sp>
        <p:nvSpPr>
          <p:cNvPr id="15" name="project-notices-side-note">
            <a:extLst xmlns:a="http://schemas.openxmlformats.org/drawingml/2006/main">
              <a:ext uri="{FF2B5EF4-FFF2-40B4-BE49-F238E27FC236}">
                <a16:creationId xmlns:a16="http://schemas.microsoft.com/office/drawing/2014/main" id="{F5AE0A1A-7F3E-40D4-B4B1-FADFF73E973A}"/>
              </a:ext>
            </a:extLst>
          </p:cNvPr>
          <p:cNvSpPr>
            <a:spLocks xmlns:a="http://schemas.openxmlformats.org/drawingml/2006/main" noGrp="1"/>
          </p:cNvSpPr>
          <p:nvPr/>
        </p:nvSpPr>
        <p:spPr>
          <a:xfrm xmlns:a="http://schemas.openxmlformats.org/drawingml/2006/main">
            <a:off x="8172450" y="4819650"/>
            <a:ext cx="2781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0" i="0">
                <a:solidFill>
                  <a:srgbClr val="D5E2EC"/>
                </a:solidFill>
                <a:latin typeface="LiberationSans"/>
                <a:ea typeface="LiberationSans"/>
                <a:cs typeface="LiberationSans"/>
              </a:defRPr>
            </a:pPr>
            <a:r>
              <a:rPr sz="1275" b="0" i="0">
                <a:solidFill>
                  <a:srgbClr val="D5E2EC"/>
                </a:solidFill>
                <a:latin typeface="LiberationSans"/>
                <a:ea typeface="LiberationSans"/>
                <a:cs typeface="LiberationSans"/>
              </a:rPr>
              <a:t>Después de este espacio retomamos el contenido técnico.</a:t>
            </a:r>
          </a:p>
        </p:txBody>
      </p:sp>
    </p:spTree>
    <p:extLst>
      <p:ext uri="{BB962C8B-B14F-4D97-AF65-F5344CB8AC3E}">
        <p14:creationId xmlns:p14="http://schemas.microsoft.com/office/powerpoint/2010/main" val="1140558012"/>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0" name="intro-kicker">
            <a:extLst xmlns:a="http://schemas.openxmlformats.org/drawingml/2006/main">
              <a:ext uri="{FF2B5EF4-FFF2-40B4-BE49-F238E27FC236}">
                <a16:creationId xmlns:a16="http://schemas.microsoft.com/office/drawing/2014/main" id="{3479A4BE-E135-4874-A4DD-3C468EE5E553}"/>
              </a:ext>
            </a:extLst>
          </p:cNvPr>
          <p:cNvSpPr>
            <a:spLocks xmlns:a="http://schemas.openxmlformats.org/drawingml/2006/main" noGrp="1"/>
          </p:cNvSpPr>
          <p:nvPr/>
        </p:nvSpPr>
        <p:spPr>
          <a:xfrm xmlns:a="http://schemas.openxmlformats.org/drawingml/2006/main">
            <a:off x="685800" y="4000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i="0">
                <a:solidFill>
                  <a:srgbClr val="C99B2E"/>
                </a:solidFill>
                <a:latin typeface="LiberationSans"/>
                <a:ea typeface="LiberationSans"/>
                <a:cs typeface="LiberationSans"/>
              </a:defRPr>
            </a:pPr>
            <a:r>
              <a:rPr sz="1125" b="1" i="0">
                <a:solidFill>
                  <a:srgbClr val="C99B2E"/>
                </a:solidFill>
                <a:latin typeface="LiberationSans"/>
                <a:ea typeface="LiberationSans"/>
                <a:cs typeface="LiberationSans"/>
              </a:rPr>
              <a:t>INTRODUCCIÓN</a:t>
            </a:r>
          </a:p>
        </p:txBody>
      </p:sp>
      <p:sp>
        <p:nvSpPr>
          <p:cNvPr id="2" name="intro-title">
            <a:extLst xmlns:a="http://schemas.openxmlformats.org/drawingml/2006/main">
              <a:ext uri="{FF2B5EF4-FFF2-40B4-BE49-F238E27FC236}">
                <a16:creationId xmlns:a16="http://schemas.microsoft.com/office/drawing/2014/main" id="{7A3CF52D-D96D-46DF-9EE4-B2DAEDB94F24}"/>
              </a:ext>
            </a:extLst>
          </p:cNvPr>
          <p:cNvSpPr>
            <a:spLocks xmlns:a="http://schemas.openxmlformats.org/drawingml/2006/main" noGrp="1"/>
          </p:cNvSpPr>
          <p:nvPr/>
        </p:nvSpPr>
        <p:spPr>
          <a:xfrm xmlns:a="http://schemas.openxmlformats.org/drawingml/2006/main">
            <a:off x="685800" y="685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150" b="1" i="0">
                <a:solidFill>
                  <a:srgbClr val="1C3854"/>
                </a:solidFill>
                <a:latin typeface="LiberationSans"/>
                <a:ea typeface="LiberationSans"/>
                <a:cs typeface="LiberationSans"/>
              </a:defRPr>
            </a:pPr>
            <a:r>
              <a:rPr sz="3150" b="1" i="0">
                <a:solidFill>
                  <a:srgbClr val="1C3854"/>
                </a:solidFill>
                <a:latin typeface="LiberationSans"/>
                <a:ea typeface="LiberationSans"/>
                <a:cs typeface="LiberationSans"/>
              </a:rPr>
              <a:t>¿Qué significa hablar de seguridad?</a:t>
            </a:r>
          </a:p>
        </p:txBody>
      </p:sp>
      <p:sp>
        <p:nvSpPr>
          <p:cNvPr id="3" name="intro-rule">
            <a:extLst xmlns:a="http://schemas.openxmlformats.org/drawingml/2006/main">
              <a:ext uri="{FF2B5EF4-FFF2-40B4-BE49-F238E27FC236}">
                <a16:creationId xmlns:a16="http://schemas.microsoft.com/office/drawing/2014/main" id="{554C9343-F2AA-4343-BC17-173E9EF476D1}"/>
              </a:ext>
            </a:extLst>
          </p:cNvPr>
          <p:cNvSpPr>
            <a:spLocks xmlns:a="http://schemas.openxmlformats.org/drawingml/2006/main" noGrp="1"/>
          </p:cNvSpPr>
          <p:nvPr/>
        </p:nvSpPr>
        <p:spPr>
          <a:xfrm xmlns:a="http://schemas.openxmlformats.org/drawingml/2006/main">
            <a:off x="685800" y="1323975"/>
            <a:ext cx="1104900" cy="47625"/>
          </a:xfrm>
          <a:prstGeom xmlns:a="http://schemas.openxmlformats.org/drawingml/2006/main" prst="rect">
            <a:avLst/>
          </a:prstGeom>
          <a:solidFill xmlns:a="http://schemas.openxmlformats.org/drawingml/2006/main">
            <a:srgbClr val="C99B2E"/>
          </a:solidFill>
          <a:ln xmlns:a="http://schemas.openxmlformats.org/drawingml/2006/main" w="0">
            <a:solidFill>
              <a:srgbClr val="C99B2E"/>
            </a:solidFill>
            <a:prstDash val="solid"/>
          </a:ln>
        </p:spPr>
      </p:sp>
      <p:sp>
        <p:nvSpPr>
          <p:cNvPr id="4" name="intro-subtitle">
            <a:extLst xmlns:a="http://schemas.openxmlformats.org/drawingml/2006/main">
              <a:ext uri="{FF2B5EF4-FFF2-40B4-BE49-F238E27FC236}">
                <a16:creationId xmlns:a16="http://schemas.microsoft.com/office/drawing/2014/main" id="{BBF100CE-679B-455B-B725-B265D6E026B1}"/>
              </a:ext>
            </a:extLst>
          </p:cNvPr>
          <p:cNvSpPr>
            <a:spLocks xmlns:a="http://schemas.openxmlformats.org/drawingml/2006/main" noGrp="1"/>
          </p:cNvSpPr>
          <p:nvPr/>
        </p:nvSpPr>
        <p:spPr>
          <a:xfrm xmlns:a="http://schemas.openxmlformats.org/drawingml/2006/main">
            <a:off x="685800" y="15049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68747F"/>
                </a:solidFill>
                <a:latin typeface="LiberationSans"/>
                <a:ea typeface="LiberationSans"/>
                <a:cs typeface="LiberationSans"/>
              </a:defRPr>
            </a:pPr>
            <a:r>
              <a:rPr sz="1500" b="0" i="0">
                <a:solidFill>
                  <a:srgbClr val="68747F"/>
                </a:solidFill>
                <a:latin typeface="LiberationSans"/>
                <a:ea typeface="LiberationSans"/>
                <a:cs typeface="LiberationSans"/>
              </a:rPr>
              <a:t>La seguridad reduce el riesgo de que un sistema exponga, altere o interrumpa aquello que debe proteger.</a:t>
            </a:r>
          </a:p>
        </p:txBody>
      </p:sp>
      <p:sp>
        <p:nvSpPr>
          <p:cNvPr id="5" name="footer-band-4">
            <a:extLst xmlns:a="http://schemas.openxmlformats.org/drawingml/2006/main">
              <a:ext uri="{FF2B5EF4-FFF2-40B4-BE49-F238E27FC236}">
                <a16:creationId xmlns:a16="http://schemas.microsoft.com/office/drawing/2014/main" id="{E734FD64-4393-4FEB-BD47-F6BA9D7B4B71}"/>
              </a:ext>
            </a:extLst>
          </p:cNvPr>
          <p:cNvSpPr>
            <a:spLocks xmlns:a="http://schemas.openxmlformats.org/drawingml/2006/main" noGrp="1"/>
          </p:cNvSpPr>
          <p:nvPr/>
        </p:nvSpPr>
        <p:spPr>
          <a:xfrm xmlns:a="http://schemas.openxmlformats.org/drawingml/2006/main">
            <a:off x="0" y="6705600"/>
            <a:ext cx="12192000" cy="152400"/>
          </a:xfrm>
          <a:prstGeom xmlns:a="http://schemas.openxmlformats.org/drawingml/2006/main" prst="rect">
            <a:avLst/>
          </a:prstGeom>
          <a:solidFill xmlns:a="http://schemas.openxmlformats.org/drawingml/2006/main">
            <a:srgbClr val="18324C"/>
          </a:solidFill>
          <a:ln xmlns:a="http://schemas.openxmlformats.org/drawingml/2006/main" w="0">
            <a:solidFill>
              <a:srgbClr val="18324C"/>
            </a:solidFill>
            <a:prstDash val="solid"/>
          </a:ln>
        </p:spPr>
      </p:sp>
      <p:sp>
        <p:nvSpPr>
          <p:cNvPr id="6" name="footer-label-4">
            <a:extLst xmlns:a="http://schemas.openxmlformats.org/drawingml/2006/main">
              <a:ext uri="{FF2B5EF4-FFF2-40B4-BE49-F238E27FC236}">
                <a16:creationId xmlns:a16="http://schemas.microsoft.com/office/drawing/2014/main" id="{E0B8F4E1-2B87-4010-8472-61CC78116FB2}"/>
              </a:ext>
            </a:extLst>
          </p:cNvPr>
          <p:cNvSpPr>
            <a:spLocks xmlns:a="http://schemas.openxmlformats.org/drawingml/2006/main" noGrp="1"/>
          </p:cNvSpPr>
          <p:nvPr/>
        </p:nvSpPr>
        <p:spPr>
          <a:xfrm xmlns:a="http://schemas.openxmlformats.org/drawingml/2006/main">
            <a:off x="685800" y="64293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75" b="0" i="0">
                <a:solidFill>
                  <a:srgbClr val="68747F"/>
                </a:solidFill>
                <a:latin typeface="LiberationSans"/>
                <a:ea typeface="LiberationSans"/>
                <a:cs typeface="LiberationSans"/>
              </a:defRPr>
            </a:pPr>
            <a:r>
              <a:rPr sz="975" b="0" i="0">
                <a:solidFill>
                  <a:srgbClr val="68747F"/>
                </a:solidFill>
                <a:latin typeface="LiberationSans"/>
                <a:ea typeface="LiberationSans"/>
                <a:cs typeface="LiberationSans"/>
              </a:rPr>
              <a:t>ANÁLISIS Y DISEÑO DE SISTEMAS 2</a:t>
            </a:r>
          </a:p>
        </p:txBody>
      </p:sp>
      <p:sp>
        <p:nvSpPr>
          <p:cNvPr id="7" name="footer-number-4">
            <a:extLst xmlns:a="http://schemas.openxmlformats.org/drawingml/2006/main">
              <a:ext uri="{FF2B5EF4-FFF2-40B4-BE49-F238E27FC236}">
                <a16:creationId xmlns:a16="http://schemas.microsoft.com/office/drawing/2014/main" id="{8251CDC3-515F-428B-AA35-FECD8A0321AD}"/>
              </a:ext>
            </a:extLst>
          </p:cNvPr>
          <p:cNvSpPr>
            <a:spLocks xmlns:a="http://schemas.openxmlformats.org/drawingml/2006/main" noGrp="1"/>
          </p:cNvSpPr>
          <p:nvPr/>
        </p:nvSpPr>
        <p:spPr>
          <a:xfrm xmlns:a="http://schemas.openxmlformats.org/drawingml/2006/main">
            <a:off x="11049000" y="642937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i="0">
                <a:solidFill>
                  <a:srgbClr val="1C3854"/>
                </a:solidFill>
                <a:latin typeface="LiberationSans"/>
                <a:ea typeface="LiberationSans"/>
                <a:cs typeface="LiberationSans"/>
              </a:defRPr>
            </a:pPr>
            <a:r>
              <a:rPr sz="1050" b="1" i="0">
                <a:solidFill>
                  <a:srgbClr val="1C3854"/>
                </a:solidFill>
                <a:latin typeface="LiberationSans"/>
                <a:ea typeface="LiberationSans"/>
                <a:cs typeface="LiberationSans"/>
              </a:rPr>
              <a:t>04</a:t>
            </a:r>
          </a:p>
        </p:txBody>
      </p:sp>
      <p:sp>
        <p:nvSpPr>
          <p:cNvPr id="8" name="intro-main">
            <a:extLst xmlns:a="http://schemas.openxmlformats.org/drawingml/2006/main">
              <a:ext uri="{FF2B5EF4-FFF2-40B4-BE49-F238E27FC236}">
                <a16:creationId xmlns:a16="http://schemas.microsoft.com/office/drawing/2014/main" id="{23A67259-8A31-4CC6-B4C7-6B306AF722F4}"/>
              </a:ext>
            </a:extLst>
          </p:cNvPr>
          <p:cNvSpPr>
            <a:spLocks xmlns:a="http://schemas.openxmlformats.org/drawingml/2006/main" noGrp="1"/>
          </p:cNvSpPr>
          <p:nvPr/>
        </p:nvSpPr>
        <p:spPr>
          <a:xfrm xmlns:a="http://schemas.openxmlformats.org/drawingml/2006/main">
            <a:off x="685800" y="2152650"/>
            <a:ext cx="58293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i="0">
                <a:solidFill>
                  <a:srgbClr val="1C3854"/>
                </a:solidFill>
                <a:latin typeface="LiberationSans"/>
                <a:ea typeface="LiberationSans"/>
                <a:cs typeface="LiberationSans"/>
              </a:defRPr>
            </a:pPr>
            <a:r>
              <a:rPr sz="2325" b="1" i="0">
                <a:solidFill>
                  <a:srgbClr val="1C3854"/>
                </a:solidFill>
                <a:latin typeface="LiberationSans"/>
                <a:ea typeface="LiberationSans"/>
                <a:cs typeface="LiberationSans"/>
              </a:rPr>
              <a:t>Un sistema seguro conserva el control sobre quién puede hacer qué, con qué datos y bajo qué condiciones.</a:t>
            </a:r>
          </a:p>
        </p:txBody>
      </p:sp>
      <p:sp>
        <p:nvSpPr>
          <p:cNvPr id="9" name="intro-connection">
            <a:extLst xmlns:a="http://schemas.openxmlformats.org/drawingml/2006/main">
              <a:ext uri="{FF2B5EF4-FFF2-40B4-BE49-F238E27FC236}">
                <a16:creationId xmlns:a16="http://schemas.microsoft.com/office/drawing/2014/main" id="{C4D0A18B-8167-4257-A382-1276A76F3A00}"/>
              </a:ext>
            </a:extLst>
          </p:cNvPr>
          <p:cNvSpPr>
            <a:spLocks xmlns:a="http://schemas.openxmlformats.org/drawingml/2006/main" noGrp="1"/>
          </p:cNvSpPr>
          <p:nvPr/>
        </p:nvSpPr>
        <p:spPr>
          <a:xfrm xmlns:a="http://schemas.openxmlformats.org/drawingml/2006/main">
            <a:off x="685800" y="3714750"/>
            <a:ext cx="56197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92F35"/>
                </a:solidFill>
                <a:latin typeface="LiberationSans"/>
                <a:ea typeface="LiberationSans"/>
                <a:cs typeface="LiberationSans"/>
              </a:defRPr>
            </a:pPr>
            <a:r>
              <a:rPr sz="1575" b="0" i="0">
                <a:solidFill>
                  <a:srgbClr val="292F35"/>
                </a:solidFill>
                <a:latin typeface="LiberationSans"/>
                <a:ea typeface="LiberationSans"/>
                <a:cs typeface="LiberationSans"/>
              </a:rPr>
              <a:t>En las pruebas no funcionales preguntábamos cómo se comporta el sistema cuando cambia el contexto de uso. Hoy agregamos una pregunta de riesgo: ¿qué puede ocurrir si el uso es malicioso, accidental o no autorizado?</a:t>
            </a:r>
          </a:p>
        </p:txBody>
      </p:sp>
      <p:sp>
        <p:nvSpPr>
          <p:cNvPr id="10" name="intro-visual">
            <a:extLst xmlns:a="http://schemas.openxmlformats.org/drawingml/2006/main">
              <a:ext uri="{FF2B5EF4-FFF2-40B4-BE49-F238E27FC236}">
                <a16:creationId xmlns:a16="http://schemas.microsoft.com/office/drawing/2014/main" id="{BF984296-845E-42A3-8CB2-A83A4E939E1D}"/>
              </a:ext>
            </a:extLst>
          </p:cNvPr>
          <p:cNvSpPr>
            <a:spLocks xmlns:a="http://schemas.openxmlformats.org/drawingml/2006/main" noGrp="1"/>
          </p:cNvSpPr>
          <p:nvPr/>
        </p:nvSpPr>
        <p:spPr>
          <a:xfrm xmlns:a="http://schemas.openxmlformats.org/drawingml/2006/main">
            <a:off x="7677150" y="2114550"/>
            <a:ext cx="3448050" cy="2514600"/>
          </a:xfrm>
          <a:prstGeom xmlns:a="http://schemas.openxmlformats.org/drawingml/2006/main" prst="rect">
            <a:avLst/>
          </a:prstGeom>
          <a:solidFill xmlns:a="http://schemas.openxmlformats.org/drawingml/2006/main">
            <a:srgbClr val="EAF3FA"/>
          </a:solidFill>
          <a:ln xmlns:a="http://schemas.openxmlformats.org/drawingml/2006/main" w="0">
            <a:solidFill>
              <a:srgbClr val="EAF3FA"/>
            </a:solidFill>
            <a:prstDash val="solid"/>
          </a:ln>
        </p:spPr>
      </p:sp>
      <p:sp>
        <p:nvSpPr>
          <p:cNvPr id="11" name="intro-visual-circle">
            <a:extLst xmlns:a="http://schemas.openxmlformats.org/drawingml/2006/main">
              <a:ext uri="{FF2B5EF4-FFF2-40B4-BE49-F238E27FC236}">
                <a16:creationId xmlns:a16="http://schemas.microsoft.com/office/drawing/2014/main" id="{13187287-DD08-4F26-97CD-05680AC48310}"/>
              </a:ext>
            </a:extLst>
          </p:cNvPr>
          <p:cNvSpPr>
            <a:spLocks xmlns:a="http://schemas.openxmlformats.org/drawingml/2006/main" noGrp="1"/>
          </p:cNvSpPr>
          <p:nvPr/>
        </p:nvSpPr>
        <p:spPr>
          <a:xfrm xmlns:a="http://schemas.openxmlformats.org/drawingml/2006/main">
            <a:off x="8591550" y="2419350"/>
            <a:ext cx="1562100" cy="1562100"/>
          </a:xfrm>
          <a:prstGeom xmlns:a="http://schemas.openxmlformats.org/drawingml/2006/main" prst="ellipse">
            <a:avLst/>
          </a:prstGeom>
          <a:solidFill xmlns:a="http://schemas.openxmlformats.org/drawingml/2006/main">
            <a:srgbClr val="FFFFFF"/>
          </a:solidFill>
          <a:ln xmlns:a="http://schemas.openxmlformats.org/drawingml/2006/main" w="47625">
            <a:solidFill>
              <a:srgbClr val="C99B2E"/>
            </a:solidFill>
            <a:prstDash val="solid"/>
          </a:ln>
        </p:spPr>
      </p:sp>
      <p:sp>
        <p:nvSpPr>
          <p:cNvPr id="12" name="intro-visual-lock-body">
            <a:extLst xmlns:a="http://schemas.openxmlformats.org/drawingml/2006/main">
              <a:ext uri="{FF2B5EF4-FFF2-40B4-BE49-F238E27FC236}">
                <a16:creationId xmlns:a16="http://schemas.microsoft.com/office/drawing/2014/main" id="{977B0306-7B00-4EB3-8BF2-B4F179A570E2}"/>
              </a:ext>
            </a:extLst>
          </p:cNvPr>
          <p:cNvSpPr>
            <a:spLocks xmlns:a="http://schemas.openxmlformats.org/drawingml/2006/main" noGrp="1"/>
          </p:cNvSpPr>
          <p:nvPr/>
        </p:nvSpPr>
        <p:spPr>
          <a:xfrm xmlns:a="http://schemas.openxmlformats.org/drawingml/2006/main">
            <a:off x="9020175" y="3143250"/>
            <a:ext cx="723900" cy="723900"/>
          </a:xfrm>
          <a:prstGeom xmlns:a="http://schemas.openxmlformats.org/drawingml/2006/main" prst="ellipse">
            <a:avLst/>
          </a:prstGeom>
          <a:solidFill xmlns:a="http://schemas.openxmlformats.org/drawingml/2006/main">
            <a:srgbClr val="1C3854"/>
          </a:solidFill>
          <a:ln xmlns:a="http://schemas.openxmlformats.org/drawingml/2006/main" w="0">
            <a:solidFill>
              <a:srgbClr val="1C3854"/>
            </a:solidFill>
            <a:prstDash val="solid"/>
          </a:ln>
        </p:spPr>
      </p:sp>
      <p:sp>
        <p:nvSpPr>
          <p:cNvPr id="13" name="intro-visual-lock-top">
            <a:extLst xmlns:a="http://schemas.openxmlformats.org/drawingml/2006/main">
              <a:ext uri="{FF2B5EF4-FFF2-40B4-BE49-F238E27FC236}">
                <a16:creationId xmlns:a16="http://schemas.microsoft.com/office/drawing/2014/main" id="{A7DDCF59-B651-445B-94F0-F79809942114}"/>
              </a:ext>
            </a:extLst>
          </p:cNvPr>
          <p:cNvSpPr>
            <a:spLocks xmlns:a="http://schemas.openxmlformats.org/drawingml/2006/main" noGrp="1"/>
          </p:cNvSpPr>
          <p:nvPr/>
        </p:nvSpPr>
        <p:spPr>
          <a:xfrm xmlns:a="http://schemas.openxmlformats.org/drawingml/2006/main">
            <a:off x="9210675" y="2819400"/>
            <a:ext cx="342900" cy="495300"/>
          </a:xfrm>
          <a:prstGeom xmlns:a="http://schemas.openxmlformats.org/drawingml/2006/main" prst="rect">
            <a:avLst/>
          </a:prstGeom>
          <a:solidFill xmlns:a="http://schemas.openxmlformats.org/drawingml/2006/main">
            <a:srgbClr val="1C3854"/>
          </a:solidFill>
          <a:ln xmlns:a="http://schemas.openxmlformats.org/drawingml/2006/main" w="0">
            <a:solidFill>
              <a:srgbClr val="1C3854"/>
            </a:solidFill>
            <a:prstDash val="solid"/>
          </a:ln>
        </p:spPr>
      </p:sp>
      <p:sp>
        <p:nvSpPr>
          <p:cNvPr id="14" name="intro-visual-keyhole">
            <a:extLst xmlns:a="http://schemas.openxmlformats.org/drawingml/2006/main">
              <a:ext uri="{FF2B5EF4-FFF2-40B4-BE49-F238E27FC236}">
                <a16:creationId xmlns:a16="http://schemas.microsoft.com/office/drawing/2014/main" id="{44688B83-A7F5-4DD0-8656-B14F4961D457}"/>
              </a:ext>
            </a:extLst>
          </p:cNvPr>
          <p:cNvSpPr>
            <a:spLocks xmlns:a="http://schemas.openxmlformats.org/drawingml/2006/main" noGrp="1"/>
          </p:cNvSpPr>
          <p:nvPr/>
        </p:nvSpPr>
        <p:spPr>
          <a:xfrm xmlns:a="http://schemas.openxmlformats.org/drawingml/2006/main">
            <a:off x="9315450" y="3352800"/>
            <a:ext cx="133350" cy="133350"/>
          </a:xfrm>
          <a:prstGeom xmlns:a="http://schemas.openxmlformats.org/drawingml/2006/main" prst="ellipse">
            <a:avLst/>
          </a:prstGeom>
          <a:solidFill xmlns:a="http://schemas.openxmlformats.org/drawingml/2006/main">
            <a:srgbClr val="C99B2E"/>
          </a:solidFill>
          <a:ln xmlns:a="http://schemas.openxmlformats.org/drawingml/2006/main" w="0">
            <a:solidFill>
              <a:srgbClr val="C99B2E"/>
            </a:solidFill>
            <a:prstDash val="solid"/>
          </a:ln>
        </p:spPr>
      </p:sp>
      <p:sp>
        <p:nvSpPr>
          <p:cNvPr id="15" name="intro-visual-keyline">
            <a:extLst xmlns:a="http://schemas.openxmlformats.org/drawingml/2006/main">
              <a:ext uri="{FF2B5EF4-FFF2-40B4-BE49-F238E27FC236}">
                <a16:creationId xmlns:a16="http://schemas.microsoft.com/office/drawing/2014/main" id="{CC19D830-78EC-4434-9258-52940E044A8F}"/>
              </a:ext>
            </a:extLst>
          </p:cNvPr>
          <p:cNvSpPr>
            <a:spLocks xmlns:a="http://schemas.openxmlformats.org/drawingml/2006/main" noGrp="1"/>
          </p:cNvSpPr>
          <p:nvPr/>
        </p:nvSpPr>
        <p:spPr>
          <a:xfrm xmlns:a="http://schemas.openxmlformats.org/drawingml/2006/main">
            <a:off x="9382125" y="3486150"/>
            <a:ext cx="0" cy="228600"/>
          </a:xfrm>
          <a:prstGeom xmlns:a="http://schemas.openxmlformats.org/drawingml/2006/main" prst="line">
            <a:avLst/>
          </a:prstGeom>
          <a:noFill xmlns:a="http://schemas.openxmlformats.org/drawingml/2006/main"/>
          <a:ln xmlns:a="http://schemas.openxmlformats.org/drawingml/2006/main" w="28575">
            <a:solidFill>
              <a:srgbClr val="C99B2E"/>
            </a:solidFill>
            <a:prstDash val="solid"/>
          </a:ln>
        </p:spPr>
      </p:sp>
      <p:sp>
        <p:nvSpPr>
          <p:cNvPr id="16" name="intro-visual-caption">
            <a:extLst xmlns:a="http://schemas.openxmlformats.org/drawingml/2006/main">
              <a:ext uri="{FF2B5EF4-FFF2-40B4-BE49-F238E27FC236}">
                <a16:creationId xmlns:a16="http://schemas.microsoft.com/office/drawing/2014/main" id="{4D0737F2-5EE2-4B31-B412-7F86C70075CC}"/>
              </a:ext>
            </a:extLst>
          </p:cNvPr>
          <p:cNvSpPr>
            <a:spLocks xmlns:a="http://schemas.openxmlformats.org/drawingml/2006/main" noGrp="1"/>
          </p:cNvSpPr>
          <p:nvPr/>
        </p:nvSpPr>
        <p:spPr>
          <a:xfrm xmlns:a="http://schemas.openxmlformats.org/drawingml/2006/main">
            <a:off x="8096250" y="4838700"/>
            <a:ext cx="2609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371"/>
          </a:bodyPr>
          <a:lstStyle xmlns:a="http://schemas.openxmlformats.org/drawingml/2006/main"/>
          <a:p xmlns:a="http://schemas.openxmlformats.org/drawingml/2006/main">
            <a:pPr algn="ctr">
              <a:lnSpc>
                <a:spcPct val="102000"/>
              </a:lnSpc>
              <a:buNone/>
              <a:defRPr sz="1575" b="1" i="0">
                <a:solidFill>
                  <a:srgbClr val="1C3854"/>
                </a:solidFill>
                <a:latin typeface="LiberationSans"/>
                <a:ea typeface="LiberationSans"/>
                <a:cs typeface="LiberationSans"/>
              </a:defRPr>
            </a:pPr>
            <a:r>
              <a:rPr sz="1575" b="1" i="0">
                <a:solidFill>
                  <a:srgbClr val="1C3854"/>
                </a:solidFill>
                <a:latin typeface="LiberationSans"/>
                <a:ea typeface="LiberationSans"/>
                <a:cs typeface="LiberationSans"/>
              </a:rPr>
              <a:t>calidad observable</a:t>
            </a:r>
          </a:p>
          <a:p xmlns:a="http://schemas.openxmlformats.org/drawingml/2006/main">
            <a:pPr algn="ctr">
              <a:lnSpc>
                <a:spcPct val="102000"/>
              </a:lnSpc>
              <a:buNone/>
              <a:defRPr sz="1575" b="1" i="0">
                <a:solidFill>
                  <a:srgbClr val="1C3854"/>
                </a:solidFill>
                <a:latin typeface="LiberationSans"/>
                <a:ea typeface="LiberationSans"/>
                <a:cs typeface="LiberationSans"/>
              </a:defRPr>
            </a:pPr>
            <a:r>
              <a:rPr sz="1575" b="1" i="0">
                <a:solidFill>
                  <a:srgbClr val="1C3854"/>
                </a:solidFill>
                <a:latin typeface="LiberationSans"/>
                <a:ea typeface="LiberationSans"/>
                <a:cs typeface="LiberationSans"/>
              </a:rPr>
              <a:t>y riesgo controlado</a:t>
            </a:r>
          </a:p>
        </p:txBody>
      </p:sp>
      <p:sp>
        <p:nvSpPr>
          <p:cNvPr id="17" name="intro-question-panel">
            <a:extLst xmlns:a="http://schemas.openxmlformats.org/drawingml/2006/main">
              <a:ext uri="{FF2B5EF4-FFF2-40B4-BE49-F238E27FC236}">
                <a16:creationId xmlns:a16="http://schemas.microsoft.com/office/drawing/2014/main" id="{522FF6F8-F4AB-4CF0-9AEC-00383C9CE44F}"/>
              </a:ext>
            </a:extLst>
          </p:cNvPr>
          <p:cNvSpPr>
            <a:spLocks xmlns:a="http://schemas.openxmlformats.org/drawingml/2006/main" noGrp="1"/>
          </p:cNvSpPr>
          <p:nvPr/>
        </p:nvSpPr>
        <p:spPr>
          <a:xfrm xmlns:a="http://schemas.openxmlformats.org/drawingml/2006/main">
            <a:off x="685800" y="5314950"/>
            <a:ext cx="10744200" cy="952500"/>
          </a:xfrm>
          <a:prstGeom xmlns:a="http://schemas.openxmlformats.org/drawingml/2006/main" prst="rect">
            <a:avLst/>
          </a:prstGeom>
          <a:solidFill xmlns:a="http://schemas.openxmlformats.org/drawingml/2006/main">
            <a:srgbClr val="F8F1E2"/>
          </a:solidFill>
          <a:ln xmlns:a="http://schemas.openxmlformats.org/drawingml/2006/main" w="0">
            <a:solidFill>
              <a:srgbClr val="F8F1E2"/>
            </a:solidFill>
            <a:prstDash val="solid"/>
          </a:ln>
        </p:spPr>
      </p:sp>
      <p:sp>
        <p:nvSpPr>
          <p:cNvPr id="18" name="intro-question-label">
            <a:extLst xmlns:a="http://schemas.openxmlformats.org/drawingml/2006/main">
              <a:ext uri="{FF2B5EF4-FFF2-40B4-BE49-F238E27FC236}">
                <a16:creationId xmlns:a16="http://schemas.microsoft.com/office/drawing/2014/main" id="{83AF7EC2-44E5-41F3-92E6-53611046898D}"/>
              </a:ext>
            </a:extLst>
          </p:cNvPr>
          <p:cNvSpPr>
            <a:spLocks xmlns:a="http://schemas.openxmlformats.org/drawingml/2006/main" noGrp="1"/>
          </p:cNvSpPr>
          <p:nvPr/>
        </p:nvSpPr>
        <p:spPr>
          <a:xfrm xmlns:a="http://schemas.openxmlformats.org/drawingml/2006/main">
            <a:off x="895350" y="5486400"/>
            <a:ext cx="10325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00" b="1" i="0">
                <a:solidFill>
                  <a:srgbClr val="F27732"/>
                </a:solidFill>
                <a:latin typeface="LiberationSans"/>
                <a:ea typeface="LiberationSans"/>
                <a:cs typeface="LiberationSans"/>
              </a:defRPr>
            </a:pPr>
            <a:r>
              <a:rPr sz="1200" b="1" i="0">
                <a:solidFill>
                  <a:srgbClr val="F27732"/>
                </a:solidFill>
                <a:latin typeface="LiberationSans"/>
                <a:ea typeface="LiberationSans"/>
                <a:cs typeface="LiberationSans"/>
              </a:rPr>
              <a:t>Pregunta guía</a:t>
            </a:r>
          </a:p>
        </p:txBody>
      </p:sp>
      <p:sp>
        <p:nvSpPr>
          <p:cNvPr id="19" name="intro-question-question">
            <a:extLst xmlns:a="http://schemas.openxmlformats.org/drawingml/2006/main">
              <a:ext uri="{FF2B5EF4-FFF2-40B4-BE49-F238E27FC236}">
                <a16:creationId xmlns:a16="http://schemas.microsoft.com/office/drawing/2014/main" id="{8DFE1665-CC7E-48F6-A946-F3C90760A498}"/>
              </a:ext>
            </a:extLst>
          </p:cNvPr>
          <p:cNvSpPr>
            <a:spLocks xmlns:a="http://schemas.openxmlformats.org/drawingml/2006/main" noGrp="1"/>
          </p:cNvSpPr>
          <p:nvPr/>
        </p:nvSpPr>
        <p:spPr>
          <a:xfrm xmlns:a="http://schemas.openxmlformats.org/drawingml/2006/main">
            <a:off x="895350" y="5772150"/>
            <a:ext cx="10325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650" b="1" i="0">
                <a:solidFill>
                  <a:srgbClr val="1C3854"/>
                </a:solidFill>
                <a:latin typeface="LiberationSans"/>
                <a:ea typeface="LiberationSans"/>
                <a:cs typeface="LiberationSans"/>
              </a:defRPr>
            </a:pPr>
            <a:r>
              <a:rPr sz="1650" b="1" i="0">
                <a:solidFill>
                  <a:srgbClr val="1C3854"/>
                </a:solidFill>
                <a:latin typeface="LiberationSans"/>
                <a:ea typeface="LiberationSans"/>
                <a:cs typeface="LiberationSans"/>
              </a:rPr>
              <a:t>¿Qué debe seguir protegido cuando cambia la forma de usar el sistema?</a:t>
            </a:r>
          </a:p>
        </p:txBody>
      </p:sp>
    </p:spTree>
    <p:extLst>
      <p:ext uri="{BB962C8B-B14F-4D97-AF65-F5344CB8AC3E}">
        <p14:creationId xmlns:p14="http://schemas.microsoft.com/office/powerpoint/2010/main" val="1964354007"/>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9" name="triad-kicker">
            <a:extLst xmlns:a="http://schemas.openxmlformats.org/drawingml/2006/main">
              <a:ext uri="{FF2B5EF4-FFF2-40B4-BE49-F238E27FC236}">
                <a16:creationId xmlns:a16="http://schemas.microsoft.com/office/drawing/2014/main" id="{70B0D3D0-33CD-4789-84B5-2569BA383C8A}"/>
              </a:ext>
            </a:extLst>
          </p:cNvPr>
          <p:cNvSpPr>
            <a:spLocks xmlns:a="http://schemas.openxmlformats.org/drawingml/2006/main" noGrp="1"/>
          </p:cNvSpPr>
          <p:nvPr/>
        </p:nvSpPr>
        <p:spPr>
          <a:xfrm xmlns:a="http://schemas.openxmlformats.org/drawingml/2006/main">
            <a:off x="685800" y="4000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i="0">
                <a:solidFill>
                  <a:srgbClr val="C99B2E"/>
                </a:solidFill>
                <a:latin typeface="LiberationSans"/>
                <a:ea typeface="LiberationSans"/>
                <a:cs typeface="LiberationSans"/>
              </a:defRPr>
            </a:pPr>
            <a:r>
              <a:rPr sz="1125" b="1" i="0">
                <a:solidFill>
                  <a:srgbClr val="C99B2E"/>
                </a:solidFill>
                <a:latin typeface="LiberationSans"/>
                <a:ea typeface="LiberationSans"/>
                <a:cs typeface="LiberationSans"/>
              </a:rPr>
              <a:t>FUNDAMENTO</a:t>
            </a:r>
          </a:p>
        </p:txBody>
      </p:sp>
      <p:sp>
        <p:nvSpPr>
          <p:cNvPr id="2" name="triad-title">
            <a:extLst xmlns:a="http://schemas.openxmlformats.org/drawingml/2006/main">
              <a:ext uri="{FF2B5EF4-FFF2-40B4-BE49-F238E27FC236}">
                <a16:creationId xmlns:a16="http://schemas.microsoft.com/office/drawing/2014/main" id="{EBCFB1D3-5629-4492-80DF-9DD5B707D7FC}"/>
              </a:ext>
            </a:extLst>
          </p:cNvPr>
          <p:cNvSpPr>
            <a:spLocks xmlns:a="http://schemas.openxmlformats.org/drawingml/2006/main" noGrp="1"/>
          </p:cNvSpPr>
          <p:nvPr/>
        </p:nvSpPr>
        <p:spPr>
          <a:xfrm xmlns:a="http://schemas.openxmlformats.org/drawingml/2006/main">
            <a:off x="685800" y="685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150" b="1" i="0">
                <a:solidFill>
                  <a:srgbClr val="1C3854"/>
                </a:solidFill>
                <a:latin typeface="LiberationSans"/>
                <a:ea typeface="LiberationSans"/>
                <a:cs typeface="LiberationSans"/>
              </a:defRPr>
            </a:pPr>
            <a:r>
              <a:rPr sz="3150" b="1" i="0">
                <a:solidFill>
                  <a:srgbClr val="1C3854"/>
                </a:solidFill>
                <a:latin typeface="LiberationSans"/>
                <a:ea typeface="LiberationSans"/>
                <a:cs typeface="LiberationSans"/>
              </a:rPr>
              <a:t>Tríada de seguridad</a:t>
            </a:r>
          </a:p>
        </p:txBody>
      </p:sp>
      <p:sp>
        <p:nvSpPr>
          <p:cNvPr id="3" name="triad-rule">
            <a:extLst xmlns:a="http://schemas.openxmlformats.org/drawingml/2006/main">
              <a:ext uri="{FF2B5EF4-FFF2-40B4-BE49-F238E27FC236}">
                <a16:creationId xmlns:a16="http://schemas.microsoft.com/office/drawing/2014/main" id="{2C7AE9D9-18B8-436E-BB92-26D2E568C1EF}"/>
              </a:ext>
            </a:extLst>
          </p:cNvPr>
          <p:cNvSpPr>
            <a:spLocks xmlns:a="http://schemas.openxmlformats.org/drawingml/2006/main" noGrp="1"/>
          </p:cNvSpPr>
          <p:nvPr/>
        </p:nvSpPr>
        <p:spPr>
          <a:xfrm xmlns:a="http://schemas.openxmlformats.org/drawingml/2006/main">
            <a:off x="685800" y="1323975"/>
            <a:ext cx="1104900" cy="47625"/>
          </a:xfrm>
          <a:prstGeom xmlns:a="http://schemas.openxmlformats.org/drawingml/2006/main" prst="rect">
            <a:avLst/>
          </a:prstGeom>
          <a:solidFill xmlns:a="http://schemas.openxmlformats.org/drawingml/2006/main">
            <a:srgbClr val="C99B2E"/>
          </a:solidFill>
          <a:ln xmlns:a="http://schemas.openxmlformats.org/drawingml/2006/main" w="0">
            <a:solidFill>
              <a:srgbClr val="C99B2E"/>
            </a:solidFill>
            <a:prstDash val="solid"/>
          </a:ln>
        </p:spPr>
      </p:sp>
      <p:sp>
        <p:nvSpPr>
          <p:cNvPr id="4" name="triad-subtitle">
            <a:extLst xmlns:a="http://schemas.openxmlformats.org/drawingml/2006/main">
              <a:ext uri="{FF2B5EF4-FFF2-40B4-BE49-F238E27FC236}">
                <a16:creationId xmlns:a16="http://schemas.microsoft.com/office/drawing/2014/main" id="{53C5ABEF-76FC-4352-8B01-A75DEC0ECCCE}"/>
              </a:ext>
            </a:extLst>
          </p:cNvPr>
          <p:cNvSpPr>
            <a:spLocks xmlns:a="http://schemas.openxmlformats.org/drawingml/2006/main" noGrp="1"/>
          </p:cNvSpPr>
          <p:nvPr/>
        </p:nvSpPr>
        <p:spPr>
          <a:xfrm xmlns:a="http://schemas.openxmlformats.org/drawingml/2006/main">
            <a:off x="685800" y="15049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68747F"/>
                </a:solidFill>
                <a:latin typeface="LiberationSans"/>
                <a:ea typeface="LiberationSans"/>
                <a:cs typeface="LiberationSans"/>
              </a:defRPr>
            </a:pPr>
            <a:r>
              <a:rPr sz="1500" b="0" i="0">
                <a:solidFill>
                  <a:srgbClr val="68747F"/>
                </a:solidFill>
                <a:latin typeface="LiberationSans"/>
                <a:ea typeface="LiberationSans"/>
                <a:cs typeface="LiberationSans"/>
              </a:rPr>
              <a:t>Tres preguntas ayudan a ubicar qué puede perderse cuando un sistema queda expuesto.</a:t>
            </a:r>
          </a:p>
        </p:txBody>
      </p:sp>
      <p:sp>
        <p:nvSpPr>
          <p:cNvPr id="5" name="footer-band-5">
            <a:extLst xmlns:a="http://schemas.openxmlformats.org/drawingml/2006/main">
              <a:ext uri="{FF2B5EF4-FFF2-40B4-BE49-F238E27FC236}">
                <a16:creationId xmlns:a16="http://schemas.microsoft.com/office/drawing/2014/main" id="{FFF4302A-E918-407F-A46C-630548DD6D2E}"/>
              </a:ext>
            </a:extLst>
          </p:cNvPr>
          <p:cNvSpPr>
            <a:spLocks xmlns:a="http://schemas.openxmlformats.org/drawingml/2006/main" noGrp="1"/>
          </p:cNvSpPr>
          <p:nvPr/>
        </p:nvSpPr>
        <p:spPr>
          <a:xfrm xmlns:a="http://schemas.openxmlformats.org/drawingml/2006/main">
            <a:off x="0" y="6705600"/>
            <a:ext cx="12192000" cy="152400"/>
          </a:xfrm>
          <a:prstGeom xmlns:a="http://schemas.openxmlformats.org/drawingml/2006/main" prst="rect">
            <a:avLst/>
          </a:prstGeom>
          <a:solidFill xmlns:a="http://schemas.openxmlformats.org/drawingml/2006/main">
            <a:srgbClr val="18324C"/>
          </a:solidFill>
          <a:ln xmlns:a="http://schemas.openxmlformats.org/drawingml/2006/main" w="0">
            <a:solidFill>
              <a:srgbClr val="18324C"/>
            </a:solidFill>
            <a:prstDash val="solid"/>
          </a:ln>
        </p:spPr>
      </p:sp>
      <p:sp>
        <p:nvSpPr>
          <p:cNvPr id="6" name="footer-label-5">
            <a:extLst xmlns:a="http://schemas.openxmlformats.org/drawingml/2006/main">
              <a:ext uri="{FF2B5EF4-FFF2-40B4-BE49-F238E27FC236}">
                <a16:creationId xmlns:a16="http://schemas.microsoft.com/office/drawing/2014/main" id="{3AE47D68-0084-42D6-8D78-A191A28E4623}"/>
              </a:ext>
            </a:extLst>
          </p:cNvPr>
          <p:cNvSpPr>
            <a:spLocks xmlns:a="http://schemas.openxmlformats.org/drawingml/2006/main" noGrp="1"/>
          </p:cNvSpPr>
          <p:nvPr/>
        </p:nvSpPr>
        <p:spPr>
          <a:xfrm xmlns:a="http://schemas.openxmlformats.org/drawingml/2006/main">
            <a:off x="685800" y="64293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75" b="0" i="0">
                <a:solidFill>
                  <a:srgbClr val="68747F"/>
                </a:solidFill>
                <a:latin typeface="LiberationSans"/>
                <a:ea typeface="LiberationSans"/>
                <a:cs typeface="LiberationSans"/>
              </a:defRPr>
            </a:pPr>
            <a:r>
              <a:rPr sz="975" b="0" i="0">
                <a:solidFill>
                  <a:srgbClr val="68747F"/>
                </a:solidFill>
                <a:latin typeface="LiberationSans"/>
                <a:ea typeface="LiberationSans"/>
                <a:cs typeface="LiberationSans"/>
              </a:rPr>
              <a:t>ANÁLISIS Y DISEÑO DE SISTEMAS 2</a:t>
            </a:r>
          </a:p>
        </p:txBody>
      </p:sp>
      <p:sp>
        <p:nvSpPr>
          <p:cNvPr id="7" name="footer-number-5">
            <a:extLst xmlns:a="http://schemas.openxmlformats.org/drawingml/2006/main">
              <a:ext uri="{FF2B5EF4-FFF2-40B4-BE49-F238E27FC236}">
                <a16:creationId xmlns:a16="http://schemas.microsoft.com/office/drawing/2014/main" id="{6C1CDFDF-172D-42BA-94E8-410E3EFE7C96}"/>
              </a:ext>
            </a:extLst>
          </p:cNvPr>
          <p:cNvSpPr>
            <a:spLocks xmlns:a="http://schemas.openxmlformats.org/drawingml/2006/main" noGrp="1"/>
          </p:cNvSpPr>
          <p:nvPr/>
        </p:nvSpPr>
        <p:spPr>
          <a:xfrm xmlns:a="http://schemas.openxmlformats.org/drawingml/2006/main">
            <a:off x="11049000" y="642937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i="0">
                <a:solidFill>
                  <a:srgbClr val="1C3854"/>
                </a:solidFill>
                <a:latin typeface="LiberationSans"/>
                <a:ea typeface="LiberationSans"/>
                <a:cs typeface="LiberationSans"/>
              </a:defRPr>
            </a:pPr>
            <a:r>
              <a:rPr sz="1050" b="1" i="0">
                <a:solidFill>
                  <a:srgbClr val="1C3854"/>
                </a:solidFill>
                <a:latin typeface="LiberationSans"/>
                <a:ea typeface="LiberationSans"/>
                <a:cs typeface="LiberationSans"/>
              </a:rPr>
              <a:t>05</a:t>
            </a:r>
          </a:p>
        </p:txBody>
      </p:sp>
      <p:sp>
        <p:nvSpPr>
          <p:cNvPr id="8" name="triad-panel-0">
            <a:extLst xmlns:a="http://schemas.openxmlformats.org/drawingml/2006/main">
              <a:ext uri="{FF2B5EF4-FFF2-40B4-BE49-F238E27FC236}">
                <a16:creationId xmlns:a16="http://schemas.microsoft.com/office/drawing/2014/main" id="{AA766251-88E5-4484-A723-AF37A897ABDB}"/>
              </a:ext>
            </a:extLst>
          </p:cNvPr>
          <p:cNvSpPr>
            <a:spLocks xmlns:a="http://schemas.openxmlformats.org/drawingml/2006/main" noGrp="1"/>
          </p:cNvSpPr>
          <p:nvPr/>
        </p:nvSpPr>
        <p:spPr>
          <a:xfrm xmlns:a="http://schemas.openxmlformats.org/drawingml/2006/main">
            <a:off x="685800" y="2114550"/>
            <a:ext cx="3333750" cy="2705100"/>
          </a:xfrm>
          <a:prstGeom xmlns:a="http://schemas.openxmlformats.org/drawingml/2006/main" prst="rect">
            <a:avLst/>
          </a:prstGeom>
          <a:solidFill xmlns:a="http://schemas.openxmlformats.org/drawingml/2006/main">
            <a:srgbClr val="EAF3FA"/>
          </a:solidFill>
          <a:ln xmlns:a="http://schemas.openxmlformats.org/drawingml/2006/main" w="0">
            <a:solidFill>
              <a:srgbClr val="EAF3FA"/>
            </a:solidFill>
            <a:prstDash val="solid"/>
          </a:ln>
        </p:spPr>
      </p:sp>
      <p:sp>
        <p:nvSpPr>
          <p:cNvPr id="9" name="triad-circle-0">
            <a:extLst xmlns:a="http://schemas.openxmlformats.org/drawingml/2006/main">
              <a:ext uri="{FF2B5EF4-FFF2-40B4-BE49-F238E27FC236}">
                <a16:creationId xmlns:a16="http://schemas.microsoft.com/office/drawing/2014/main" id="{463FD04E-0E09-4E36-9307-69CEF4EC2794}"/>
              </a:ext>
            </a:extLst>
          </p:cNvPr>
          <p:cNvSpPr>
            <a:spLocks xmlns:a="http://schemas.openxmlformats.org/drawingml/2006/main" noGrp="1"/>
          </p:cNvSpPr>
          <p:nvPr/>
        </p:nvSpPr>
        <p:spPr>
          <a:xfrm xmlns:a="http://schemas.openxmlformats.org/drawingml/2006/main">
            <a:off x="914400" y="2343150"/>
            <a:ext cx="438150" cy="438150"/>
          </a:xfrm>
          <a:prstGeom xmlns:a="http://schemas.openxmlformats.org/drawingml/2006/main" prst="ellipse">
            <a:avLst/>
          </a:prstGeom>
          <a:solidFill xmlns:a="http://schemas.openxmlformats.org/drawingml/2006/main">
            <a:srgbClr val="1C3854"/>
          </a:solidFill>
          <a:ln xmlns:a="http://schemas.openxmlformats.org/drawingml/2006/main" w="0">
            <a:solidFill>
              <a:srgbClr val="1C3854"/>
            </a:solidFill>
            <a:prstDash val="solid"/>
          </a:ln>
        </p:spPr>
      </p:sp>
      <p:sp>
        <p:nvSpPr>
          <p:cNvPr id="10" name="triad-number-0">
            <a:extLst xmlns:a="http://schemas.openxmlformats.org/drawingml/2006/main">
              <a:ext uri="{FF2B5EF4-FFF2-40B4-BE49-F238E27FC236}">
                <a16:creationId xmlns:a16="http://schemas.microsoft.com/office/drawing/2014/main" id="{BBFCDA1C-65C3-494D-98CA-EA58D4AD8A93}"/>
              </a:ext>
            </a:extLst>
          </p:cNvPr>
          <p:cNvSpPr>
            <a:spLocks xmlns:a="http://schemas.openxmlformats.org/drawingml/2006/main" noGrp="1"/>
          </p:cNvSpPr>
          <p:nvPr/>
        </p:nvSpPr>
        <p:spPr>
          <a:xfrm xmlns:a="http://schemas.openxmlformats.org/drawingml/2006/main">
            <a:off x="914400" y="246697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125" b="1" i="0">
                <a:solidFill>
                  <a:srgbClr val="FFFFFF"/>
                </a:solidFill>
                <a:latin typeface="LiberationSans"/>
                <a:ea typeface="LiberationSans"/>
                <a:cs typeface="LiberationSans"/>
              </a:defRPr>
            </a:pPr>
            <a:r>
              <a:rPr sz="1125" b="1" i="0">
                <a:solidFill>
                  <a:srgbClr val="FFFFFF"/>
                </a:solidFill>
                <a:latin typeface="LiberationSans"/>
                <a:ea typeface="LiberationSans"/>
                <a:cs typeface="LiberationSans"/>
              </a:rPr>
              <a:t>01</a:t>
            </a:r>
          </a:p>
        </p:txBody>
      </p:sp>
      <p:sp>
        <p:nvSpPr>
          <p:cNvPr id="11" name="triad-title-0">
            <a:extLst xmlns:a="http://schemas.openxmlformats.org/drawingml/2006/main">
              <a:ext uri="{FF2B5EF4-FFF2-40B4-BE49-F238E27FC236}">
                <a16:creationId xmlns:a16="http://schemas.microsoft.com/office/drawing/2014/main" id="{3BC604C5-23E3-4BEF-AA94-A740A99401BD}"/>
              </a:ext>
            </a:extLst>
          </p:cNvPr>
          <p:cNvSpPr>
            <a:spLocks xmlns:a="http://schemas.openxmlformats.org/drawingml/2006/main" noGrp="1"/>
          </p:cNvSpPr>
          <p:nvPr/>
        </p:nvSpPr>
        <p:spPr>
          <a:xfrm xmlns:a="http://schemas.openxmlformats.org/drawingml/2006/main">
            <a:off x="914400" y="3067050"/>
            <a:ext cx="2819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C3854"/>
                </a:solidFill>
                <a:latin typeface="LiberationSans"/>
                <a:ea typeface="LiberationSans"/>
                <a:cs typeface="LiberationSans"/>
              </a:defRPr>
            </a:pPr>
            <a:r>
              <a:rPr sz="1875" b="1" i="0">
                <a:solidFill>
                  <a:srgbClr val="1C3854"/>
                </a:solidFill>
                <a:latin typeface="LiberationSans"/>
                <a:ea typeface="LiberationSans"/>
                <a:cs typeface="LiberationSans"/>
              </a:rPr>
              <a:t>Confidencialidad</a:t>
            </a:r>
          </a:p>
        </p:txBody>
      </p:sp>
      <p:sp>
        <p:nvSpPr>
          <p:cNvPr id="12" name="triad-statement-0">
            <a:extLst xmlns:a="http://schemas.openxmlformats.org/drawingml/2006/main">
              <a:ext uri="{FF2B5EF4-FFF2-40B4-BE49-F238E27FC236}">
                <a16:creationId xmlns:a16="http://schemas.microsoft.com/office/drawing/2014/main" id="{E5975CBD-EAAD-4317-8362-AF9A0D1A3978}"/>
              </a:ext>
            </a:extLst>
          </p:cNvPr>
          <p:cNvSpPr>
            <a:spLocks xmlns:a="http://schemas.openxmlformats.org/drawingml/2006/main" noGrp="1"/>
          </p:cNvSpPr>
          <p:nvPr/>
        </p:nvSpPr>
        <p:spPr>
          <a:xfrm xmlns:a="http://schemas.openxmlformats.org/drawingml/2006/main">
            <a:off x="914400" y="3543300"/>
            <a:ext cx="2838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i="0">
                <a:solidFill>
                  <a:srgbClr val="292F35"/>
                </a:solidFill>
                <a:latin typeface="LiberationSans"/>
                <a:ea typeface="LiberationSans"/>
                <a:cs typeface="LiberationSans"/>
              </a:defRPr>
            </a:pPr>
            <a:r>
              <a:rPr sz="1575" b="1" i="0">
                <a:solidFill>
                  <a:srgbClr val="292F35"/>
                </a:solidFill>
                <a:latin typeface="LiberationSans"/>
                <a:ea typeface="LiberationSans"/>
                <a:cs typeface="LiberationSans"/>
              </a:rPr>
              <a:t>Solo acceden quienes deben.</a:t>
            </a:r>
          </a:p>
        </p:txBody>
      </p:sp>
      <p:sp>
        <p:nvSpPr>
          <p:cNvPr id="13" name="triad-analogy-0">
            <a:extLst xmlns:a="http://schemas.openxmlformats.org/drawingml/2006/main">
              <a:ext uri="{FF2B5EF4-FFF2-40B4-BE49-F238E27FC236}">
                <a16:creationId xmlns:a16="http://schemas.microsoft.com/office/drawing/2014/main" id="{186F79B4-332B-46C0-B5FB-98E3A8F09F00}"/>
              </a:ext>
            </a:extLst>
          </p:cNvPr>
          <p:cNvSpPr>
            <a:spLocks xmlns:a="http://schemas.openxmlformats.org/drawingml/2006/main" noGrp="1"/>
          </p:cNvSpPr>
          <p:nvPr/>
        </p:nvSpPr>
        <p:spPr>
          <a:xfrm xmlns:a="http://schemas.openxmlformats.org/drawingml/2006/main">
            <a:off x="914400" y="4267200"/>
            <a:ext cx="2838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0" i="0">
                <a:solidFill>
                  <a:srgbClr val="68747F"/>
                </a:solidFill>
                <a:latin typeface="LiberationSans"/>
                <a:ea typeface="LiberationSans"/>
                <a:cs typeface="LiberationSans"/>
              </a:defRPr>
            </a:pPr>
            <a:r>
              <a:rPr sz="1275" b="0" i="0">
                <a:solidFill>
                  <a:srgbClr val="68747F"/>
                </a:solidFill>
                <a:latin typeface="LiberationSans"/>
                <a:ea typeface="LiberationSans"/>
                <a:cs typeface="LiberationSans"/>
              </a:rPr>
              <a:t>Un mensaje privado no aparece en la pantalla de otra persona.</a:t>
            </a:r>
          </a:p>
        </p:txBody>
      </p:sp>
      <p:sp>
        <p:nvSpPr>
          <p:cNvPr id="14" name="triad-panel-1">
            <a:extLst xmlns:a="http://schemas.openxmlformats.org/drawingml/2006/main">
              <a:ext uri="{FF2B5EF4-FFF2-40B4-BE49-F238E27FC236}">
                <a16:creationId xmlns:a16="http://schemas.microsoft.com/office/drawing/2014/main" id="{99DAA54B-8B03-4A65-B0C4-C10ABC8E1243}"/>
              </a:ext>
            </a:extLst>
          </p:cNvPr>
          <p:cNvSpPr>
            <a:spLocks xmlns:a="http://schemas.openxmlformats.org/drawingml/2006/main" noGrp="1"/>
          </p:cNvSpPr>
          <p:nvPr/>
        </p:nvSpPr>
        <p:spPr>
          <a:xfrm xmlns:a="http://schemas.openxmlformats.org/drawingml/2006/main">
            <a:off x="4362450" y="2114550"/>
            <a:ext cx="3333750" cy="2705100"/>
          </a:xfrm>
          <a:prstGeom xmlns:a="http://schemas.openxmlformats.org/drawingml/2006/main" prst="rect">
            <a:avLst/>
          </a:prstGeom>
          <a:solidFill xmlns:a="http://schemas.openxmlformats.org/drawingml/2006/main">
            <a:srgbClr val="F8F1E2"/>
          </a:solidFill>
          <a:ln xmlns:a="http://schemas.openxmlformats.org/drawingml/2006/main" w="0">
            <a:solidFill>
              <a:srgbClr val="F8F1E2"/>
            </a:solidFill>
            <a:prstDash val="solid"/>
          </a:ln>
        </p:spPr>
      </p:sp>
      <p:sp>
        <p:nvSpPr>
          <p:cNvPr id="15" name="triad-circle-1">
            <a:extLst xmlns:a="http://schemas.openxmlformats.org/drawingml/2006/main">
              <a:ext uri="{FF2B5EF4-FFF2-40B4-BE49-F238E27FC236}">
                <a16:creationId xmlns:a16="http://schemas.microsoft.com/office/drawing/2014/main" id="{AD69D1DC-1068-458F-9672-97470E8D4735}"/>
              </a:ext>
            </a:extLst>
          </p:cNvPr>
          <p:cNvSpPr>
            <a:spLocks xmlns:a="http://schemas.openxmlformats.org/drawingml/2006/main" noGrp="1"/>
          </p:cNvSpPr>
          <p:nvPr/>
        </p:nvSpPr>
        <p:spPr>
          <a:xfrm xmlns:a="http://schemas.openxmlformats.org/drawingml/2006/main">
            <a:off x="4591050" y="2343150"/>
            <a:ext cx="438150" cy="438150"/>
          </a:xfrm>
          <a:prstGeom xmlns:a="http://schemas.openxmlformats.org/drawingml/2006/main" prst="ellipse">
            <a:avLst/>
          </a:prstGeom>
          <a:solidFill xmlns:a="http://schemas.openxmlformats.org/drawingml/2006/main">
            <a:srgbClr val="1C3854"/>
          </a:solidFill>
          <a:ln xmlns:a="http://schemas.openxmlformats.org/drawingml/2006/main" w="0">
            <a:solidFill>
              <a:srgbClr val="1C3854"/>
            </a:solidFill>
            <a:prstDash val="solid"/>
          </a:ln>
        </p:spPr>
      </p:sp>
      <p:sp>
        <p:nvSpPr>
          <p:cNvPr id="16" name="triad-number-1">
            <a:extLst xmlns:a="http://schemas.openxmlformats.org/drawingml/2006/main">
              <a:ext uri="{FF2B5EF4-FFF2-40B4-BE49-F238E27FC236}">
                <a16:creationId xmlns:a16="http://schemas.microsoft.com/office/drawing/2014/main" id="{18A421AE-343C-4B92-87D4-4DBE06619DC7}"/>
              </a:ext>
            </a:extLst>
          </p:cNvPr>
          <p:cNvSpPr>
            <a:spLocks xmlns:a="http://schemas.openxmlformats.org/drawingml/2006/main" noGrp="1"/>
          </p:cNvSpPr>
          <p:nvPr/>
        </p:nvSpPr>
        <p:spPr>
          <a:xfrm xmlns:a="http://schemas.openxmlformats.org/drawingml/2006/main">
            <a:off x="4591050" y="246697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125" b="1" i="0">
                <a:solidFill>
                  <a:srgbClr val="FFFFFF"/>
                </a:solidFill>
                <a:latin typeface="LiberationSans"/>
                <a:ea typeface="LiberationSans"/>
                <a:cs typeface="LiberationSans"/>
              </a:defRPr>
            </a:pPr>
            <a:r>
              <a:rPr sz="1125" b="1" i="0">
                <a:solidFill>
                  <a:srgbClr val="FFFFFF"/>
                </a:solidFill>
                <a:latin typeface="LiberationSans"/>
                <a:ea typeface="LiberationSans"/>
                <a:cs typeface="LiberationSans"/>
              </a:rPr>
              <a:t>02</a:t>
            </a:r>
          </a:p>
        </p:txBody>
      </p:sp>
      <p:sp>
        <p:nvSpPr>
          <p:cNvPr id="17" name="triad-title-1">
            <a:extLst xmlns:a="http://schemas.openxmlformats.org/drawingml/2006/main">
              <a:ext uri="{FF2B5EF4-FFF2-40B4-BE49-F238E27FC236}">
                <a16:creationId xmlns:a16="http://schemas.microsoft.com/office/drawing/2014/main" id="{E66496C5-48C4-4910-A791-89614B15C138}"/>
              </a:ext>
            </a:extLst>
          </p:cNvPr>
          <p:cNvSpPr>
            <a:spLocks xmlns:a="http://schemas.openxmlformats.org/drawingml/2006/main" noGrp="1"/>
          </p:cNvSpPr>
          <p:nvPr/>
        </p:nvSpPr>
        <p:spPr>
          <a:xfrm xmlns:a="http://schemas.openxmlformats.org/drawingml/2006/main">
            <a:off x="4591050" y="3067050"/>
            <a:ext cx="2819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C3854"/>
                </a:solidFill>
                <a:latin typeface="LiberationSans"/>
                <a:ea typeface="LiberationSans"/>
                <a:cs typeface="LiberationSans"/>
              </a:defRPr>
            </a:pPr>
            <a:r>
              <a:rPr sz="1875" b="1" i="0">
                <a:solidFill>
                  <a:srgbClr val="1C3854"/>
                </a:solidFill>
                <a:latin typeface="LiberationSans"/>
                <a:ea typeface="LiberationSans"/>
                <a:cs typeface="LiberationSans"/>
              </a:rPr>
              <a:t>Integridad</a:t>
            </a:r>
          </a:p>
        </p:txBody>
      </p:sp>
      <p:sp>
        <p:nvSpPr>
          <p:cNvPr id="18" name="triad-statement-1">
            <a:extLst xmlns:a="http://schemas.openxmlformats.org/drawingml/2006/main">
              <a:ext uri="{FF2B5EF4-FFF2-40B4-BE49-F238E27FC236}">
                <a16:creationId xmlns:a16="http://schemas.microsoft.com/office/drawing/2014/main" id="{6B0D5CBF-7B80-49EC-AF0C-82ECEBF88432}"/>
              </a:ext>
            </a:extLst>
          </p:cNvPr>
          <p:cNvSpPr>
            <a:spLocks xmlns:a="http://schemas.openxmlformats.org/drawingml/2006/main" noGrp="1"/>
          </p:cNvSpPr>
          <p:nvPr/>
        </p:nvSpPr>
        <p:spPr>
          <a:xfrm xmlns:a="http://schemas.openxmlformats.org/drawingml/2006/main">
            <a:off x="4591050" y="3543300"/>
            <a:ext cx="2838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i="0">
                <a:solidFill>
                  <a:srgbClr val="292F35"/>
                </a:solidFill>
                <a:latin typeface="LiberationSans"/>
                <a:ea typeface="LiberationSans"/>
                <a:cs typeface="LiberationSans"/>
              </a:defRPr>
            </a:pPr>
            <a:r>
              <a:rPr sz="1575" b="1" i="0">
                <a:solidFill>
                  <a:srgbClr val="292F35"/>
                </a:solidFill>
                <a:latin typeface="LiberationSans"/>
                <a:ea typeface="LiberationSans"/>
                <a:cs typeface="LiberationSans"/>
              </a:rPr>
              <a:t>Los datos conservan su exactitud.</a:t>
            </a:r>
          </a:p>
        </p:txBody>
      </p:sp>
      <p:sp>
        <p:nvSpPr>
          <p:cNvPr id="19" name="triad-analogy-1">
            <a:extLst xmlns:a="http://schemas.openxmlformats.org/drawingml/2006/main">
              <a:ext uri="{FF2B5EF4-FFF2-40B4-BE49-F238E27FC236}">
                <a16:creationId xmlns:a16="http://schemas.microsoft.com/office/drawing/2014/main" id="{E14E4F8E-AEDE-4666-A694-5B1896FA84F4}"/>
              </a:ext>
            </a:extLst>
          </p:cNvPr>
          <p:cNvSpPr>
            <a:spLocks xmlns:a="http://schemas.openxmlformats.org/drawingml/2006/main" noGrp="1"/>
          </p:cNvSpPr>
          <p:nvPr/>
        </p:nvSpPr>
        <p:spPr>
          <a:xfrm xmlns:a="http://schemas.openxmlformats.org/drawingml/2006/main">
            <a:off x="4591050" y="4267200"/>
            <a:ext cx="2838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0" i="0">
                <a:solidFill>
                  <a:srgbClr val="68747F"/>
                </a:solidFill>
                <a:latin typeface="LiberationSans"/>
                <a:ea typeface="LiberationSans"/>
                <a:cs typeface="LiberationSans"/>
              </a:defRPr>
            </a:pPr>
            <a:r>
              <a:rPr sz="1275" b="0" i="0">
                <a:solidFill>
                  <a:srgbClr val="68747F"/>
                </a:solidFill>
                <a:latin typeface="LiberationSans"/>
                <a:ea typeface="LiberationSans"/>
                <a:cs typeface="LiberationSans"/>
              </a:rPr>
              <a:t>Una calificación no cambia sin una acción autorizada y registrada.</a:t>
            </a:r>
          </a:p>
        </p:txBody>
      </p:sp>
      <p:sp>
        <p:nvSpPr>
          <p:cNvPr id="20" name="triad-panel-2">
            <a:extLst xmlns:a="http://schemas.openxmlformats.org/drawingml/2006/main">
              <a:ext uri="{FF2B5EF4-FFF2-40B4-BE49-F238E27FC236}">
                <a16:creationId xmlns:a16="http://schemas.microsoft.com/office/drawing/2014/main" id="{A6192B7A-6EC1-4824-8BB2-A5CCF4313713}"/>
              </a:ext>
            </a:extLst>
          </p:cNvPr>
          <p:cNvSpPr>
            <a:spLocks xmlns:a="http://schemas.openxmlformats.org/drawingml/2006/main" noGrp="1"/>
          </p:cNvSpPr>
          <p:nvPr/>
        </p:nvSpPr>
        <p:spPr>
          <a:xfrm xmlns:a="http://schemas.openxmlformats.org/drawingml/2006/main">
            <a:off x="8039100" y="2114550"/>
            <a:ext cx="3333750" cy="2705100"/>
          </a:xfrm>
          <a:prstGeom xmlns:a="http://schemas.openxmlformats.org/drawingml/2006/main" prst="rect">
            <a:avLst/>
          </a:prstGeom>
          <a:solidFill xmlns:a="http://schemas.openxmlformats.org/drawingml/2006/main">
            <a:srgbClr val="FCEBE3"/>
          </a:solidFill>
          <a:ln xmlns:a="http://schemas.openxmlformats.org/drawingml/2006/main" w="0">
            <a:solidFill>
              <a:srgbClr val="FCEBE3"/>
            </a:solidFill>
            <a:prstDash val="solid"/>
          </a:ln>
        </p:spPr>
      </p:sp>
      <p:sp>
        <p:nvSpPr>
          <p:cNvPr id="21" name="triad-circle-2">
            <a:extLst xmlns:a="http://schemas.openxmlformats.org/drawingml/2006/main">
              <a:ext uri="{FF2B5EF4-FFF2-40B4-BE49-F238E27FC236}">
                <a16:creationId xmlns:a16="http://schemas.microsoft.com/office/drawing/2014/main" id="{B84B349F-E14C-418B-A0AE-CEF007DCB539}"/>
              </a:ext>
            </a:extLst>
          </p:cNvPr>
          <p:cNvSpPr>
            <a:spLocks xmlns:a="http://schemas.openxmlformats.org/drawingml/2006/main" noGrp="1"/>
          </p:cNvSpPr>
          <p:nvPr/>
        </p:nvSpPr>
        <p:spPr>
          <a:xfrm xmlns:a="http://schemas.openxmlformats.org/drawingml/2006/main">
            <a:off x="8267700" y="2343150"/>
            <a:ext cx="438150" cy="438150"/>
          </a:xfrm>
          <a:prstGeom xmlns:a="http://schemas.openxmlformats.org/drawingml/2006/main" prst="ellipse">
            <a:avLst/>
          </a:prstGeom>
          <a:solidFill xmlns:a="http://schemas.openxmlformats.org/drawingml/2006/main">
            <a:srgbClr val="1C3854"/>
          </a:solidFill>
          <a:ln xmlns:a="http://schemas.openxmlformats.org/drawingml/2006/main" w="0">
            <a:solidFill>
              <a:srgbClr val="1C3854"/>
            </a:solidFill>
            <a:prstDash val="solid"/>
          </a:ln>
        </p:spPr>
      </p:sp>
      <p:sp>
        <p:nvSpPr>
          <p:cNvPr id="22" name="triad-number-2">
            <a:extLst xmlns:a="http://schemas.openxmlformats.org/drawingml/2006/main">
              <a:ext uri="{FF2B5EF4-FFF2-40B4-BE49-F238E27FC236}">
                <a16:creationId xmlns:a16="http://schemas.microsoft.com/office/drawing/2014/main" id="{308C3BE1-9A05-489B-95C4-CEEFD008AD7A}"/>
              </a:ext>
            </a:extLst>
          </p:cNvPr>
          <p:cNvSpPr>
            <a:spLocks xmlns:a="http://schemas.openxmlformats.org/drawingml/2006/main" noGrp="1"/>
          </p:cNvSpPr>
          <p:nvPr/>
        </p:nvSpPr>
        <p:spPr>
          <a:xfrm xmlns:a="http://schemas.openxmlformats.org/drawingml/2006/main">
            <a:off x="8267700" y="246697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125" b="1" i="0">
                <a:solidFill>
                  <a:srgbClr val="FFFFFF"/>
                </a:solidFill>
                <a:latin typeface="LiberationSans"/>
                <a:ea typeface="LiberationSans"/>
                <a:cs typeface="LiberationSans"/>
              </a:defRPr>
            </a:pPr>
            <a:r>
              <a:rPr sz="1125" b="1" i="0">
                <a:solidFill>
                  <a:srgbClr val="FFFFFF"/>
                </a:solidFill>
                <a:latin typeface="LiberationSans"/>
                <a:ea typeface="LiberationSans"/>
                <a:cs typeface="LiberationSans"/>
              </a:rPr>
              <a:t>03</a:t>
            </a:r>
          </a:p>
        </p:txBody>
      </p:sp>
      <p:sp>
        <p:nvSpPr>
          <p:cNvPr id="23" name="triad-title-2">
            <a:extLst xmlns:a="http://schemas.openxmlformats.org/drawingml/2006/main">
              <a:ext uri="{FF2B5EF4-FFF2-40B4-BE49-F238E27FC236}">
                <a16:creationId xmlns:a16="http://schemas.microsoft.com/office/drawing/2014/main" id="{C50F0C32-56CC-47A8-AAA6-87C466479EC9}"/>
              </a:ext>
            </a:extLst>
          </p:cNvPr>
          <p:cNvSpPr>
            <a:spLocks xmlns:a="http://schemas.openxmlformats.org/drawingml/2006/main" noGrp="1"/>
          </p:cNvSpPr>
          <p:nvPr/>
        </p:nvSpPr>
        <p:spPr>
          <a:xfrm xmlns:a="http://schemas.openxmlformats.org/drawingml/2006/main">
            <a:off x="8267700" y="3067050"/>
            <a:ext cx="2819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C3854"/>
                </a:solidFill>
                <a:latin typeface="LiberationSans"/>
                <a:ea typeface="LiberationSans"/>
                <a:cs typeface="LiberationSans"/>
              </a:defRPr>
            </a:pPr>
            <a:r>
              <a:rPr sz="1875" b="1" i="0">
                <a:solidFill>
                  <a:srgbClr val="1C3854"/>
                </a:solidFill>
                <a:latin typeface="LiberationSans"/>
                <a:ea typeface="LiberationSans"/>
                <a:cs typeface="LiberationSans"/>
              </a:rPr>
              <a:t>Disponibilidad</a:t>
            </a:r>
          </a:p>
        </p:txBody>
      </p:sp>
      <p:sp>
        <p:nvSpPr>
          <p:cNvPr id="24" name="triad-statement-2">
            <a:extLst xmlns:a="http://schemas.openxmlformats.org/drawingml/2006/main">
              <a:ext uri="{FF2B5EF4-FFF2-40B4-BE49-F238E27FC236}">
                <a16:creationId xmlns:a16="http://schemas.microsoft.com/office/drawing/2014/main" id="{6B0889F4-F8E5-4196-BD08-E5CFFD37E1FB}"/>
              </a:ext>
            </a:extLst>
          </p:cNvPr>
          <p:cNvSpPr>
            <a:spLocks xmlns:a="http://schemas.openxmlformats.org/drawingml/2006/main" noGrp="1"/>
          </p:cNvSpPr>
          <p:nvPr/>
        </p:nvSpPr>
        <p:spPr>
          <a:xfrm xmlns:a="http://schemas.openxmlformats.org/drawingml/2006/main">
            <a:off x="8267700" y="3543300"/>
            <a:ext cx="2838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i="0">
                <a:solidFill>
                  <a:srgbClr val="292F35"/>
                </a:solidFill>
                <a:latin typeface="LiberationSans"/>
                <a:ea typeface="LiberationSans"/>
                <a:cs typeface="LiberationSans"/>
              </a:defRPr>
            </a:pPr>
            <a:r>
              <a:rPr sz="1575" b="1" i="0">
                <a:solidFill>
                  <a:srgbClr val="292F35"/>
                </a:solidFill>
                <a:latin typeface="LiberationSans"/>
                <a:ea typeface="LiberationSans"/>
                <a:cs typeface="LiberationSans"/>
              </a:rPr>
              <a:t>El servicio está disponible cuando se necesita.</a:t>
            </a:r>
          </a:p>
        </p:txBody>
      </p:sp>
      <p:sp>
        <p:nvSpPr>
          <p:cNvPr id="25" name="triad-analogy-2">
            <a:extLst xmlns:a="http://schemas.openxmlformats.org/drawingml/2006/main">
              <a:ext uri="{FF2B5EF4-FFF2-40B4-BE49-F238E27FC236}">
                <a16:creationId xmlns:a16="http://schemas.microsoft.com/office/drawing/2014/main" id="{FD07CD24-91D6-4833-9C6A-B8F0A43DF729}"/>
              </a:ext>
            </a:extLst>
          </p:cNvPr>
          <p:cNvSpPr>
            <a:spLocks xmlns:a="http://schemas.openxmlformats.org/drawingml/2006/main" noGrp="1"/>
          </p:cNvSpPr>
          <p:nvPr/>
        </p:nvSpPr>
        <p:spPr>
          <a:xfrm xmlns:a="http://schemas.openxmlformats.org/drawingml/2006/main">
            <a:off x="8267700" y="4267200"/>
            <a:ext cx="2838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044"/>
          </a:bodyPr>
          <a:lstStyle xmlns:a="http://schemas.openxmlformats.org/drawingml/2006/main"/>
          <a:p xmlns:a="http://schemas.openxmlformats.org/drawingml/2006/main">
            <a:pPr algn="l">
              <a:lnSpc>
                <a:spcPct val="104000"/>
              </a:lnSpc>
              <a:buNone/>
              <a:defRPr sz="1275" b="0" i="0">
                <a:solidFill>
                  <a:srgbClr val="68747F"/>
                </a:solidFill>
                <a:latin typeface="LiberationSans"/>
                <a:ea typeface="LiberationSans"/>
                <a:cs typeface="LiberationSans"/>
              </a:defRPr>
            </a:pPr>
            <a:r>
              <a:rPr sz="1275" b="0" i="0">
                <a:solidFill>
                  <a:srgbClr val="68747F"/>
                </a:solidFill>
                <a:latin typeface="LiberationSans"/>
                <a:ea typeface="LiberationSans"/>
                <a:cs typeface="LiberationSans"/>
              </a:rPr>
              <a:t>Una biblioteca cerrada no puede prestar un libro, aunque lo tenga guardado.</a:t>
            </a:r>
          </a:p>
        </p:txBody>
      </p:sp>
      <p:sp>
        <p:nvSpPr>
          <p:cNvPr id="26" name="triad-question-panel">
            <a:extLst xmlns:a="http://schemas.openxmlformats.org/drawingml/2006/main">
              <a:ext uri="{FF2B5EF4-FFF2-40B4-BE49-F238E27FC236}">
                <a16:creationId xmlns:a16="http://schemas.microsoft.com/office/drawing/2014/main" id="{C83D8905-3D3F-49A6-97FA-8E6367C1F281}"/>
              </a:ext>
            </a:extLst>
          </p:cNvPr>
          <p:cNvSpPr>
            <a:spLocks xmlns:a="http://schemas.openxmlformats.org/drawingml/2006/main" noGrp="1"/>
          </p:cNvSpPr>
          <p:nvPr/>
        </p:nvSpPr>
        <p:spPr>
          <a:xfrm xmlns:a="http://schemas.openxmlformats.org/drawingml/2006/main">
            <a:off x="685800" y="5219700"/>
            <a:ext cx="10820400" cy="8763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7" name="triad-question-label">
            <a:extLst xmlns:a="http://schemas.openxmlformats.org/drawingml/2006/main">
              <a:ext uri="{FF2B5EF4-FFF2-40B4-BE49-F238E27FC236}">
                <a16:creationId xmlns:a16="http://schemas.microsoft.com/office/drawing/2014/main" id="{29C3139F-D1D7-4B7C-A71F-B769B61ECED3}"/>
              </a:ext>
            </a:extLst>
          </p:cNvPr>
          <p:cNvSpPr>
            <a:spLocks xmlns:a="http://schemas.openxmlformats.org/drawingml/2006/main" noGrp="1"/>
          </p:cNvSpPr>
          <p:nvPr/>
        </p:nvSpPr>
        <p:spPr>
          <a:xfrm xmlns:a="http://schemas.openxmlformats.org/drawingml/2006/main">
            <a:off x="895350" y="5391150"/>
            <a:ext cx="1040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00" b="1" i="0">
                <a:solidFill>
                  <a:srgbClr val="F27732"/>
                </a:solidFill>
                <a:latin typeface="LiberationSans"/>
                <a:ea typeface="LiberationSans"/>
                <a:cs typeface="LiberationSans"/>
              </a:defRPr>
            </a:pPr>
            <a:r>
              <a:rPr sz="1200" b="1" i="0">
                <a:solidFill>
                  <a:srgbClr val="F27732"/>
                </a:solidFill>
                <a:latin typeface="LiberationSans"/>
                <a:ea typeface="LiberationSans"/>
                <a:cs typeface="LiberationSans"/>
              </a:rPr>
              <a:t>Pregunta guía</a:t>
            </a:r>
          </a:p>
        </p:txBody>
      </p:sp>
      <p:sp>
        <p:nvSpPr>
          <p:cNvPr id="28" name="triad-question-question">
            <a:extLst xmlns:a="http://schemas.openxmlformats.org/drawingml/2006/main">
              <a:ext uri="{FF2B5EF4-FFF2-40B4-BE49-F238E27FC236}">
                <a16:creationId xmlns:a16="http://schemas.microsoft.com/office/drawing/2014/main" id="{4D914E00-5F5D-4102-9C12-EA714120C0CF}"/>
              </a:ext>
            </a:extLst>
          </p:cNvPr>
          <p:cNvSpPr>
            <a:spLocks xmlns:a="http://schemas.openxmlformats.org/drawingml/2006/main" noGrp="1"/>
          </p:cNvSpPr>
          <p:nvPr/>
        </p:nvSpPr>
        <p:spPr>
          <a:xfrm xmlns:a="http://schemas.openxmlformats.org/drawingml/2006/main">
            <a:off x="895350" y="5676900"/>
            <a:ext cx="1040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650" b="1" i="0">
                <a:solidFill>
                  <a:srgbClr val="1C3854"/>
                </a:solidFill>
                <a:latin typeface="LiberationSans"/>
                <a:ea typeface="LiberationSans"/>
                <a:cs typeface="LiberationSans"/>
              </a:defRPr>
            </a:pPr>
            <a:r>
              <a:rPr sz="1650" b="1" i="0">
                <a:solidFill>
                  <a:srgbClr val="1C3854"/>
                </a:solidFill>
                <a:latin typeface="LiberationSans"/>
                <a:ea typeface="LiberationSans"/>
                <a:cs typeface="LiberationSans"/>
              </a:rPr>
              <a:t>¿Qué se pierde si alguien lee, cambia o bloquea la información?</a:t>
            </a:r>
          </a:p>
        </p:txBody>
      </p:sp>
    </p:spTree>
    <p:extLst>
      <p:ext uri="{BB962C8B-B14F-4D97-AF65-F5344CB8AC3E}">
        <p14:creationId xmlns:p14="http://schemas.microsoft.com/office/powerpoint/2010/main" val="496750166"/>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35" name="threat-model-kicker">
            <a:extLst xmlns:a="http://schemas.openxmlformats.org/drawingml/2006/main">
              <a:ext uri="{FF2B5EF4-FFF2-40B4-BE49-F238E27FC236}">
                <a16:creationId xmlns:a16="http://schemas.microsoft.com/office/drawing/2014/main" id="{86157D80-BF28-46A4-A315-5E3011B34654}"/>
              </a:ext>
            </a:extLst>
          </p:cNvPr>
          <p:cNvSpPr>
            <a:spLocks xmlns:a="http://schemas.openxmlformats.org/drawingml/2006/main" noGrp="1"/>
          </p:cNvSpPr>
          <p:nvPr/>
        </p:nvSpPr>
        <p:spPr>
          <a:xfrm xmlns:a="http://schemas.openxmlformats.org/drawingml/2006/main">
            <a:off x="685800" y="4000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i="0">
                <a:solidFill>
                  <a:srgbClr val="C99B2E"/>
                </a:solidFill>
                <a:latin typeface="LiberationSans"/>
                <a:ea typeface="LiberationSans"/>
                <a:cs typeface="LiberationSans"/>
              </a:defRPr>
            </a:pPr>
            <a:r>
              <a:rPr sz="1125" b="1" i="0">
                <a:solidFill>
                  <a:srgbClr val="C99B2E"/>
                </a:solidFill>
                <a:latin typeface="LiberationSans"/>
                <a:ea typeface="LiberationSans"/>
                <a:cs typeface="LiberationSans"/>
              </a:rPr>
              <a:t>MODELADO DE AMENAZAS</a:t>
            </a:r>
          </a:p>
        </p:txBody>
      </p:sp>
      <p:sp>
        <p:nvSpPr>
          <p:cNvPr id="2" name="threat-model-title">
            <a:extLst xmlns:a="http://schemas.openxmlformats.org/drawingml/2006/main">
              <a:ext uri="{FF2B5EF4-FFF2-40B4-BE49-F238E27FC236}">
                <a16:creationId xmlns:a16="http://schemas.microsoft.com/office/drawing/2014/main" id="{AD5CC263-60C4-4DF6-9BC8-8841D73169F6}"/>
              </a:ext>
            </a:extLst>
          </p:cNvPr>
          <p:cNvSpPr>
            <a:spLocks xmlns:a="http://schemas.openxmlformats.org/drawingml/2006/main" noGrp="1"/>
          </p:cNvSpPr>
          <p:nvPr/>
        </p:nvSpPr>
        <p:spPr>
          <a:xfrm xmlns:a="http://schemas.openxmlformats.org/drawingml/2006/main">
            <a:off x="685800" y="685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150" b="1" i="0">
                <a:solidFill>
                  <a:srgbClr val="1C3854"/>
                </a:solidFill>
                <a:latin typeface="LiberationSans"/>
                <a:ea typeface="LiberationSans"/>
                <a:cs typeface="LiberationSans"/>
              </a:defRPr>
            </a:pPr>
            <a:r>
              <a:rPr sz="3150" b="1" i="0">
                <a:solidFill>
                  <a:srgbClr val="1C3854"/>
                </a:solidFill>
                <a:latin typeface="LiberationSans"/>
                <a:ea typeface="LiberationSans"/>
                <a:cs typeface="LiberationSans"/>
              </a:rPr>
              <a:t>Pensar como quien quiere encontrar una puerta abierta</a:t>
            </a:r>
          </a:p>
        </p:txBody>
      </p:sp>
      <p:sp>
        <p:nvSpPr>
          <p:cNvPr id="3" name="threat-model-rule">
            <a:extLst xmlns:a="http://schemas.openxmlformats.org/drawingml/2006/main">
              <a:ext uri="{FF2B5EF4-FFF2-40B4-BE49-F238E27FC236}">
                <a16:creationId xmlns:a16="http://schemas.microsoft.com/office/drawing/2014/main" id="{5C9CC77D-81FB-44CF-B3DE-CEA3DE6D5521}"/>
              </a:ext>
            </a:extLst>
          </p:cNvPr>
          <p:cNvSpPr>
            <a:spLocks xmlns:a="http://schemas.openxmlformats.org/drawingml/2006/main" noGrp="1"/>
          </p:cNvSpPr>
          <p:nvPr/>
        </p:nvSpPr>
        <p:spPr>
          <a:xfrm xmlns:a="http://schemas.openxmlformats.org/drawingml/2006/main">
            <a:off x="685800" y="1323975"/>
            <a:ext cx="1104900" cy="47625"/>
          </a:xfrm>
          <a:prstGeom xmlns:a="http://schemas.openxmlformats.org/drawingml/2006/main" prst="rect">
            <a:avLst/>
          </a:prstGeom>
          <a:solidFill xmlns:a="http://schemas.openxmlformats.org/drawingml/2006/main">
            <a:srgbClr val="C99B2E"/>
          </a:solidFill>
          <a:ln xmlns:a="http://schemas.openxmlformats.org/drawingml/2006/main" w="0">
            <a:solidFill>
              <a:srgbClr val="C99B2E"/>
            </a:solidFill>
            <a:prstDash val="solid"/>
          </a:ln>
        </p:spPr>
      </p:sp>
      <p:sp>
        <p:nvSpPr>
          <p:cNvPr id="4" name="threat-model-subtitle">
            <a:extLst xmlns:a="http://schemas.openxmlformats.org/drawingml/2006/main">
              <a:ext uri="{FF2B5EF4-FFF2-40B4-BE49-F238E27FC236}">
                <a16:creationId xmlns:a16="http://schemas.microsoft.com/office/drawing/2014/main" id="{27DD1791-803F-4DEB-ACE1-2B90665A34AD}"/>
              </a:ext>
            </a:extLst>
          </p:cNvPr>
          <p:cNvSpPr>
            <a:spLocks xmlns:a="http://schemas.openxmlformats.org/drawingml/2006/main" noGrp="1"/>
          </p:cNvSpPr>
          <p:nvPr/>
        </p:nvSpPr>
        <p:spPr>
          <a:xfrm xmlns:a="http://schemas.openxmlformats.org/drawingml/2006/main">
            <a:off x="685800" y="15049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68747F"/>
                </a:solidFill>
                <a:latin typeface="LiberationSans"/>
                <a:ea typeface="LiberationSans"/>
                <a:cs typeface="LiberationSans"/>
              </a:defRPr>
            </a:pPr>
            <a:r>
              <a:rPr sz="1500" b="0" i="0">
                <a:solidFill>
                  <a:srgbClr val="68747F"/>
                </a:solidFill>
                <a:latin typeface="LiberationSans"/>
                <a:ea typeface="LiberationSans"/>
                <a:cs typeface="LiberationSans"/>
              </a:rPr>
              <a:t>El modelado de amenazas convierte una preocupación general en preguntas que el equipo puede revisar.</a:t>
            </a:r>
          </a:p>
        </p:txBody>
      </p:sp>
      <p:sp>
        <p:nvSpPr>
          <p:cNvPr id="5" name="footer-band-6">
            <a:extLst xmlns:a="http://schemas.openxmlformats.org/drawingml/2006/main">
              <a:ext uri="{FF2B5EF4-FFF2-40B4-BE49-F238E27FC236}">
                <a16:creationId xmlns:a16="http://schemas.microsoft.com/office/drawing/2014/main" id="{F6F8A86D-20D6-4AD1-B1AB-0600979D1E9C}"/>
              </a:ext>
            </a:extLst>
          </p:cNvPr>
          <p:cNvSpPr>
            <a:spLocks xmlns:a="http://schemas.openxmlformats.org/drawingml/2006/main" noGrp="1"/>
          </p:cNvSpPr>
          <p:nvPr/>
        </p:nvSpPr>
        <p:spPr>
          <a:xfrm xmlns:a="http://schemas.openxmlformats.org/drawingml/2006/main">
            <a:off x="0" y="6705600"/>
            <a:ext cx="12192000" cy="152400"/>
          </a:xfrm>
          <a:prstGeom xmlns:a="http://schemas.openxmlformats.org/drawingml/2006/main" prst="rect">
            <a:avLst/>
          </a:prstGeom>
          <a:solidFill xmlns:a="http://schemas.openxmlformats.org/drawingml/2006/main">
            <a:srgbClr val="18324C"/>
          </a:solidFill>
          <a:ln xmlns:a="http://schemas.openxmlformats.org/drawingml/2006/main" w="0">
            <a:solidFill>
              <a:srgbClr val="18324C"/>
            </a:solidFill>
            <a:prstDash val="solid"/>
          </a:ln>
        </p:spPr>
      </p:sp>
      <p:sp>
        <p:nvSpPr>
          <p:cNvPr id="6" name="footer-label-6">
            <a:extLst xmlns:a="http://schemas.openxmlformats.org/drawingml/2006/main">
              <a:ext uri="{FF2B5EF4-FFF2-40B4-BE49-F238E27FC236}">
                <a16:creationId xmlns:a16="http://schemas.microsoft.com/office/drawing/2014/main" id="{085D215D-912D-4EDC-9F85-8F55130C47E7}"/>
              </a:ext>
            </a:extLst>
          </p:cNvPr>
          <p:cNvSpPr>
            <a:spLocks xmlns:a="http://schemas.openxmlformats.org/drawingml/2006/main" noGrp="1"/>
          </p:cNvSpPr>
          <p:nvPr/>
        </p:nvSpPr>
        <p:spPr>
          <a:xfrm xmlns:a="http://schemas.openxmlformats.org/drawingml/2006/main">
            <a:off x="685800" y="64293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75" b="0" i="0">
                <a:solidFill>
                  <a:srgbClr val="68747F"/>
                </a:solidFill>
                <a:latin typeface="LiberationSans"/>
                <a:ea typeface="LiberationSans"/>
                <a:cs typeface="LiberationSans"/>
              </a:defRPr>
            </a:pPr>
            <a:r>
              <a:rPr sz="975" b="0" i="0">
                <a:solidFill>
                  <a:srgbClr val="68747F"/>
                </a:solidFill>
                <a:latin typeface="LiberationSans"/>
                <a:ea typeface="LiberationSans"/>
                <a:cs typeface="LiberationSans"/>
              </a:rPr>
              <a:t>ANÁLISIS Y DISEÑO DE SISTEMAS 2</a:t>
            </a:r>
          </a:p>
        </p:txBody>
      </p:sp>
      <p:sp>
        <p:nvSpPr>
          <p:cNvPr id="7" name="footer-number-6">
            <a:extLst xmlns:a="http://schemas.openxmlformats.org/drawingml/2006/main">
              <a:ext uri="{FF2B5EF4-FFF2-40B4-BE49-F238E27FC236}">
                <a16:creationId xmlns:a16="http://schemas.microsoft.com/office/drawing/2014/main" id="{3FBD5D3F-AE9F-4E20-97F9-58AB820F5203}"/>
              </a:ext>
            </a:extLst>
          </p:cNvPr>
          <p:cNvSpPr>
            <a:spLocks xmlns:a="http://schemas.openxmlformats.org/drawingml/2006/main" noGrp="1"/>
          </p:cNvSpPr>
          <p:nvPr/>
        </p:nvSpPr>
        <p:spPr>
          <a:xfrm xmlns:a="http://schemas.openxmlformats.org/drawingml/2006/main">
            <a:off x="11049000" y="642937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i="0">
                <a:solidFill>
                  <a:srgbClr val="1C3854"/>
                </a:solidFill>
                <a:latin typeface="LiberationSans"/>
                <a:ea typeface="LiberationSans"/>
                <a:cs typeface="LiberationSans"/>
              </a:defRPr>
            </a:pPr>
            <a:r>
              <a:rPr sz="1050" b="1" i="0">
                <a:solidFill>
                  <a:srgbClr val="1C3854"/>
                </a:solidFill>
                <a:latin typeface="LiberationSans"/>
                <a:ea typeface="LiberationSans"/>
                <a:cs typeface="LiberationSans"/>
              </a:rPr>
              <a:t>06</a:t>
            </a:r>
          </a:p>
        </p:txBody>
      </p:sp>
      <p:sp>
        <p:nvSpPr>
          <p:cNvPr id="8" name="threat-model-analogy">
            <a:extLst xmlns:a="http://schemas.openxmlformats.org/drawingml/2006/main">
              <a:ext uri="{FF2B5EF4-FFF2-40B4-BE49-F238E27FC236}">
                <a16:creationId xmlns:a16="http://schemas.microsoft.com/office/drawing/2014/main" id="{78226167-5AB1-4552-AC40-07986AEB93BC}"/>
              </a:ext>
            </a:extLst>
          </p:cNvPr>
          <p:cNvSpPr>
            <a:spLocks xmlns:a="http://schemas.openxmlformats.org/drawingml/2006/main" noGrp="1"/>
          </p:cNvSpPr>
          <p:nvPr/>
        </p:nvSpPr>
        <p:spPr>
          <a:xfrm xmlns:a="http://schemas.openxmlformats.org/drawingml/2006/main">
            <a:off x="685800" y="2038350"/>
            <a:ext cx="10591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251"/>
          </a:bodyPr>
          <a:lstStyle xmlns:a="http://schemas.openxmlformats.org/drawingml/2006/main"/>
          <a:p xmlns:a="http://schemas.openxmlformats.org/drawingml/2006/main">
            <a:pPr algn="l">
              <a:lnSpc>
                <a:spcPct val="102000"/>
              </a:lnSpc>
              <a:buNone/>
              <a:defRPr sz="1725" b="1" i="0">
                <a:solidFill>
                  <a:srgbClr val="1C3854"/>
                </a:solidFill>
                <a:latin typeface="LiberationSans"/>
                <a:ea typeface="LiberationSans"/>
                <a:cs typeface="LiberationSans"/>
              </a:defRPr>
            </a:pPr>
            <a:r>
              <a:rPr sz="1725" b="1" i="0">
                <a:solidFill>
                  <a:srgbClr val="1C3854"/>
                </a:solidFill>
                <a:latin typeface="LiberationSans"/>
                <a:ea typeface="LiberationSans"/>
                <a:cs typeface="LiberationSans"/>
              </a:rPr>
              <a:t>Es como revisar una casa: primero identificamos qué queremos proteger, quién podría entrar y qué medida reduce el riesgo.</a:t>
            </a:r>
          </a:p>
        </p:txBody>
      </p:sp>
      <p:sp>
        <p:nvSpPr>
          <p:cNvPr id="9" name="threat-step-0">
            <a:extLst xmlns:a="http://schemas.openxmlformats.org/drawingml/2006/main">
              <a:ext uri="{FF2B5EF4-FFF2-40B4-BE49-F238E27FC236}">
                <a16:creationId xmlns:a16="http://schemas.microsoft.com/office/drawing/2014/main" id="{8D9F20E0-29B7-4843-B25B-E0051167E7AF}"/>
              </a:ext>
            </a:extLst>
          </p:cNvPr>
          <p:cNvSpPr>
            <a:spLocks xmlns:a="http://schemas.openxmlformats.org/drawingml/2006/main" noGrp="1"/>
          </p:cNvSpPr>
          <p:nvPr/>
        </p:nvSpPr>
        <p:spPr>
          <a:xfrm xmlns:a="http://schemas.openxmlformats.org/drawingml/2006/main">
            <a:off x="704850" y="3105150"/>
            <a:ext cx="1885950" cy="1676400"/>
          </a:xfrm>
          <a:prstGeom xmlns:a="http://schemas.openxmlformats.org/drawingml/2006/main" prst="rect">
            <a:avLst/>
          </a:prstGeom>
          <a:solidFill xmlns:a="http://schemas.openxmlformats.org/drawingml/2006/main">
            <a:srgbClr val="EAF3FA"/>
          </a:solidFill>
          <a:ln xmlns:a="http://schemas.openxmlformats.org/drawingml/2006/main" w="0">
            <a:solidFill>
              <a:srgbClr val="EAF3FA"/>
            </a:solidFill>
            <a:prstDash val="solid"/>
          </a:ln>
        </p:spPr>
      </p:sp>
      <p:sp>
        <p:nvSpPr>
          <p:cNvPr id="10" name="threat-step-number-0">
            <a:extLst xmlns:a="http://schemas.openxmlformats.org/drawingml/2006/main">
              <a:ext uri="{FF2B5EF4-FFF2-40B4-BE49-F238E27FC236}">
                <a16:creationId xmlns:a16="http://schemas.microsoft.com/office/drawing/2014/main" id="{B662502A-4988-4BF6-8DF6-529FE059DFF9}"/>
              </a:ext>
            </a:extLst>
          </p:cNvPr>
          <p:cNvSpPr>
            <a:spLocks xmlns:a="http://schemas.openxmlformats.org/drawingml/2006/main" noGrp="1"/>
          </p:cNvSpPr>
          <p:nvPr/>
        </p:nvSpPr>
        <p:spPr>
          <a:xfrm xmlns:a="http://schemas.openxmlformats.org/drawingml/2006/main">
            <a:off x="876300" y="3314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i="0">
                <a:solidFill>
                  <a:srgbClr val="F27732"/>
                </a:solidFill>
                <a:latin typeface="LiberationSans"/>
                <a:ea typeface="LiberationSans"/>
                <a:cs typeface="LiberationSans"/>
              </a:defRPr>
            </a:pPr>
            <a:r>
              <a:rPr sz="1350" b="1" i="0">
                <a:solidFill>
                  <a:srgbClr val="F27732"/>
                </a:solidFill>
                <a:latin typeface="LiberationSans"/>
                <a:ea typeface="LiberationSans"/>
                <a:cs typeface="LiberationSans"/>
              </a:rPr>
              <a:t>01</a:t>
            </a:r>
          </a:p>
        </p:txBody>
      </p:sp>
      <p:sp>
        <p:nvSpPr>
          <p:cNvPr id="11" name="threat-step-title-0">
            <a:extLst xmlns:a="http://schemas.openxmlformats.org/drawingml/2006/main">
              <a:ext uri="{FF2B5EF4-FFF2-40B4-BE49-F238E27FC236}">
                <a16:creationId xmlns:a16="http://schemas.microsoft.com/office/drawing/2014/main" id="{182450E7-FBCB-4D96-8E8A-037767AF65CC}"/>
              </a:ext>
            </a:extLst>
          </p:cNvPr>
          <p:cNvSpPr>
            <a:spLocks xmlns:a="http://schemas.openxmlformats.org/drawingml/2006/main" noGrp="1"/>
          </p:cNvSpPr>
          <p:nvPr/>
        </p:nvSpPr>
        <p:spPr>
          <a:xfrm xmlns:a="http://schemas.openxmlformats.org/drawingml/2006/main">
            <a:off x="876300"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C3854"/>
                </a:solidFill>
                <a:latin typeface="LiberationSans"/>
                <a:ea typeface="LiberationSans"/>
                <a:cs typeface="LiberationSans"/>
              </a:defRPr>
            </a:pPr>
            <a:r>
              <a:rPr sz="1650" b="1" i="0">
                <a:solidFill>
                  <a:srgbClr val="1C3854"/>
                </a:solidFill>
                <a:latin typeface="LiberationSans"/>
                <a:ea typeface="LiberationSans"/>
                <a:cs typeface="LiberationSans"/>
              </a:rPr>
              <a:t>Activo</a:t>
            </a:r>
          </a:p>
        </p:txBody>
      </p:sp>
      <p:sp>
        <p:nvSpPr>
          <p:cNvPr id="12" name="threat-step-question-0">
            <a:extLst xmlns:a="http://schemas.openxmlformats.org/drawingml/2006/main">
              <a:ext uri="{FF2B5EF4-FFF2-40B4-BE49-F238E27FC236}">
                <a16:creationId xmlns:a16="http://schemas.microsoft.com/office/drawing/2014/main" id="{9FED618C-5C65-45D2-AFE3-0C946EB0E255}"/>
              </a:ext>
            </a:extLst>
          </p:cNvPr>
          <p:cNvSpPr>
            <a:spLocks xmlns:a="http://schemas.openxmlformats.org/drawingml/2006/main" noGrp="1"/>
          </p:cNvSpPr>
          <p:nvPr/>
        </p:nvSpPr>
        <p:spPr>
          <a:xfrm xmlns:a="http://schemas.openxmlformats.org/drawingml/2006/main">
            <a:off x="876300" y="41910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0" i="0">
                <a:solidFill>
                  <a:srgbClr val="292F35"/>
                </a:solidFill>
                <a:latin typeface="LiberationSans"/>
                <a:ea typeface="LiberationSans"/>
                <a:cs typeface="LiberationSans"/>
              </a:defRPr>
            </a:pPr>
            <a:r>
              <a:rPr sz="1275" b="0" i="0">
                <a:solidFill>
                  <a:srgbClr val="292F35"/>
                </a:solidFill>
                <a:latin typeface="LiberationSans"/>
                <a:ea typeface="LiberationSans"/>
                <a:cs typeface="LiberationSans"/>
              </a:rPr>
              <a:t>¿Qué tiene valor?</a:t>
            </a:r>
          </a:p>
        </p:txBody>
      </p:sp>
      <p:sp>
        <p:nvSpPr>
          <p:cNvPr id="13" name="threat-connector-0">
            <a:extLst xmlns:a="http://schemas.openxmlformats.org/drawingml/2006/main">
              <a:ext uri="{FF2B5EF4-FFF2-40B4-BE49-F238E27FC236}">
                <a16:creationId xmlns:a16="http://schemas.microsoft.com/office/drawing/2014/main" id="{FFD03BE1-170B-4DF1-B6F5-7D36E2398C8E}"/>
              </a:ext>
            </a:extLst>
          </p:cNvPr>
          <p:cNvSpPr>
            <a:spLocks xmlns:a="http://schemas.openxmlformats.org/drawingml/2006/main" noGrp="1"/>
          </p:cNvSpPr>
          <p:nvPr/>
        </p:nvSpPr>
        <p:spPr>
          <a:xfrm xmlns:a="http://schemas.openxmlformats.org/drawingml/2006/main">
            <a:off x="2590800" y="3943350"/>
            <a:ext cx="304800" cy="0"/>
          </a:xfrm>
          <a:prstGeom xmlns:a="http://schemas.openxmlformats.org/drawingml/2006/main" prst="line">
            <a:avLst/>
          </a:prstGeom>
          <a:noFill xmlns:a="http://schemas.openxmlformats.org/drawingml/2006/main"/>
          <a:ln xmlns:a="http://schemas.openxmlformats.org/drawingml/2006/main" w="28575">
            <a:solidFill>
              <a:srgbClr val="C99B2E"/>
            </a:solidFill>
            <a:prstDash val="solid"/>
          </a:ln>
        </p:spPr>
      </p:sp>
      <p:sp>
        <p:nvSpPr>
          <p:cNvPr id="14" name="threat-step-1">
            <a:extLst xmlns:a="http://schemas.openxmlformats.org/drawingml/2006/main">
              <a:ext uri="{FF2B5EF4-FFF2-40B4-BE49-F238E27FC236}">
                <a16:creationId xmlns:a16="http://schemas.microsoft.com/office/drawing/2014/main" id="{B79ADF7C-EEB2-43BD-93F3-DAC11ED210B2}"/>
              </a:ext>
            </a:extLst>
          </p:cNvPr>
          <p:cNvSpPr>
            <a:spLocks xmlns:a="http://schemas.openxmlformats.org/drawingml/2006/main" noGrp="1"/>
          </p:cNvSpPr>
          <p:nvPr/>
        </p:nvSpPr>
        <p:spPr>
          <a:xfrm xmlns:a="http://schemas.openxmlformats.org/drawingml/2006/main">
            <a:off x="2895600" y="3105150"/>
            <a:ext cx="1885950" cy="1676400"/>
          </a:xfrm>
          <a:prstGeom xmlns:a="http://schemas.openxmlformats.org/drawingml/2006/main" prst="rect">
            <a:avLst/>
          </a:prstGeom>
          <a:solidFill xmlns:a="http://schemas.openxmlformats.org/drawingml/2006/main">
            <a:srgbClr val="F8F1E2"/>
          </a:solidFill>
          <a:ln xmlns:a="http://schemas.openxmlformats.org/drawingml/2006/main" w="0">
            <a:solidFill>
              <a:srgbClr val="F8F1E2"/>
            </a:solidFill>
            <a:prstDash val="solid"/>
          </a:ln>
        </p:spPr>
      </p:sp>
      <p:sp>
        <p:nvSpPr>
          <p:cNvPr id="15" name="threat-step-number-1">
            <a:extLst xmlns:a="http://schemas.openxmlformats.org/drawingml/2006/main">
              <a:ext uri="{FF2B5EF4-FFF2-40B4-BE49-F238E27FC236}">
                <a16:creationId xmlns:a16="http://schemas.microsoft.com/office/drawing/2014/main" id="{6422BD08-A1C4-489B-B859-D5A5E6E6C9E1}"/>
              </a:ext>
            </a:extLst>
          </p:cNvPr>
          <p:cNvSpPr>
            <a:spLocks xmlns:a="http://schemas.openxmlformats.org/drawingml/2006/main" noGrp="1"/>
          </p:cNvSpPr>
          <p:nvPr/>
        </p:nvSpPr>
        <p:spPr>
          <a:xfrm xmlns:a="http://schemas.openxmlformats.org/drawingml/2006/main">
            <a:off x="3067050" y="3314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i="0">
                <a:solidFill>
                  <a:srgbClr val="F27732"/>
                </a:solidFill>
                <a:latin typeface="LiberationSans"/>
                <a:ea typeface="LiberationSans"/>
                <a:cs typeface="LiberationSans"/>
              </a:defRPr>
            </a:pPr>
            <a:r>
              <a:rPr sz="1350" b="1" i="0">
                <a:solidFill>
                  <a:srgbClr val="F27732"/>
                </a:solidFill>
                <a:latin typeface="LiberationSans"/>
                <a:ea typeface="LiberationSans"/>
                <a:cs typeface="LiberationSans"/>
              </a:rPr>
              <a:t>02</a:t>
            </a:r>
          </a:p>
        </p:txBody>
      </p:sp>
      <p:sp>
        <p:nvSpPr>
          <p:cNvPr id="16" name="threat-step-title-1">
            <a:extLst xmlns:a="http://schemas.openxmlformats.org/drawingml/2006/main">
              <a:ext uri="{FF2B5EF4-FFF2-40B4-BE49-F238E27FC236}">
                <a16:creationId xmlns:a16="http://schemas.microsoft.com/office/drawing/2014/main" id="{1D7073AE-E78B-44DF-AA19-7BCDC6F270EA}"/>
              </a:ext>
            </a:extLst>
          </p:cNvPr>
          <p:cNvSpPr>
            <a:spLocks xmlns:a="http://schemas.openxmlformats.org/drawingml/2006/main" noGrp="1"/>
          </p:cNvSpPr>
          <p:nvPr/>
        </p:nvSpPr>
        <p:spPr>
          <a:xfrm xmlns:a="http://schemas.openxmlformats.org/drawingml/2006/main">
            <a:off x="3067050"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C3854"/>
                </a:solidFill>
                <a:latin typeface="LiberationSans"/>
                <a:ea typeface="LiberationSans"/>
                <a:cs typeface="LiberationSans"/>
              </a:defRPr>
            </a:pPr>
            <a:r>
              <a:rPr sz="1650" b="1" i="0">
                <a:solidFill>
                  <a:srgbClr val="1C3854"/>
                </a:solidFill>
                <a:latin typeface="LiberationSans"/>
                <a:ea typeface="LiberationSans"/>
                <a:cs typeface="LiberationSans"/>
              </a:rPr>
              <a:t>Actor</a:t>
            </a:r>
          </a:p>
        </p:txBody>
      </p:sp>
      <p:sp>
        <p:nvSpPr>
          <p:cNvPr id="17" name="threat-step-question-1">
            <a:extLst xmlns:a="http://schemas.openxmlformats.org/drawingml/2006/main">
              <a:ext uri="{FF2B5EF4-FFF2-40B4-BE49-F238E27FC236}">
                <a16:creationId xmlns:a16="http://schemas.microsoft.com/office/drawing/2014/main" id="{58BD688C-0E19-4789-8989-D17042E063FA}"/>
              </a:ext>
            </a:extLst>
          </p:cNvPr>
          <p:cNvSpPr>
            <a:spLocks xmlns:a="http://schemas.openxmlformats.org/drawingml/2006/main" noGrp="1"/>
          </p:cNvSpPr>
          <p:nvPr/>
        </p:nvSpPr>
        <p:spPr>
          <a:xfrm xmlns:a="http://schemas.openxmlformats.org/drawingml/2006/main">
            <a:off x="3067050" y="41910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0" i="0">
                <a:solidFill>
                  <a:srgbClr val="292F35"/>
                </a:solidFill>
                <a:latin typeface="LiberationSans"/>
                <a:ea typeface="LiberationSans"/>
                <a:cs typeface="LiberationSans"/>
              </a:defRPr>
            </a:pPr>
            <a:r>
              <a:rPr sz="1275" b="0" i="0">
                <a:solidFill>
                  <a:srgbClr val="292F35"/>
                </a:solidFill>
                <a:latin typeface="LiberationSans"/>
                <a:ea typeface="LiberationSans"/>
                <a:cs typeface="LiberationSans"/>
              </a:rPr>
              <a:t>¿Quién interactúa?</a:t>
            </a:r>
          </a:p>
        </p:txBody>
      </p:sp>
      <p:sp>
        <p:nvSpPr>
          <p:cNvPr id="18" name="threat-connector-1">
            <a:extLst xmlns:a="http://schemas.openxmlformats.org/drawingml/2006/main">
              <a:ext uri="{FF2B5EF4-FFF2-40B4-BE49-F238E27FC236}">
                <a16:creationId xmlns:a16="http://schemas.microsoft.com/office/drawing/2014/main" id="{FA71F741-3B7D-4F46-A961-DF18BA60736A}"/>
              </a:ext>
            </a:extLst>
          </p:cNvPr>
          <p:cNvSpPr>
            <a:spLocks xmlns:a="http://schemas.openxmlformats.org/drawingml/2006/main" noGrp="1"/>
          </p:cNvSpPr>
          <p:nvPr/>
        </p:nvSpPr>
        <p:spPr>
          <a:xfrm xmlns:a="http://schemas.openxmlformats.org/drawingml/2006/main">
            <a:off x="4781550" y="3943350"/>
            <a:ext cx="304800" cy="0"/>
          </a:xfrm>
          <a:prstGeom xmlns:a="http://schemas.openxmlformats.org/drawingml/2006/main" prst="line">
            <a:avLst/>
          </a:prstGeom>
          <a:noFill xmlns:a="http://schemas.openxmlformats.org/drawingml/2006/main"/>
          <a:ln xmlns:a="http://schemas.openxmlformats.org/drawingml/2006/main" w="28575">
            <a:solidFill>
              <a:srgbClr val="C99B2E"/>
            </a:solidFill>
            <a:prstDash val="solid"/>
          </a:ln>
        </p:spPr>
      </p:sp>
      <p:sp>
        <p:nvSpPr>
          <p:cNvPr id="19" name="threat-step-2">
            <a:extLst xmlns:a="http://schemas.openxmlformats.org/drawingml/2006/main">
              <a:ext uri="{FF2B5EF4-FFF2-40B4-BE49-F238E27FC236}">
                <a16:creationId xmlns:a16="http://schemas.microsoft.com/office/drawing/2014/main" id="{0AA3643F-0E79-422E-AB63-DC5813BA66EB}"/>
              </a:ext>
            </a:extLst>
          </p:cNvPr>
          <p:cNvSpPr>
            <a:spLocks xmlns:a="http://schemas.openxmlformats.org/drawingml/2006/main" noGrp="1"/>
          </p:cNvSpPr>
          <p:nvPr/>
        </p:nvSpPr>
        <p:spPr>
          <a:xfrm xmlns:a="http://schemas.openxmlformats.org/drawingml/2006/main">
            <a:off x="5086350" y="3105150"/>
            <a:ext cx="1885950" cy="1676400"/>
          </a:xfrm>
          <a:prstGeom xmlns:a="http://schemas.openxmlformats.org/drawingml/2006/main" prst="rect">
            <a:avLst/>
          </a:prstGeom>
          <a:solidFill xmlns:a="http://schemas.openxmlformats.org/drawingml/2006/main">
            <a:srgbClr val="FCEBE3"/>
          </a:solidFill>
          <a:ln xmlns:a="http://schemas.openxmlformats.org/drawingml/2006/main" w="0">
            <a:solidFill>
              <a:srgbClr val="FCEBE3"/>
            </a:solidFill>
            <a:prstDash val="solid"/>
          </a:ln>
        </p:spPr>
      </p:sp>
      <p:sp>
        <p:nvSpPr>
          <p:cNvPr id="20" name="threat-step-number-2">
            <a:extLst xmlns:a="http://schemas.openxmlformats.org/drawingml/2006/main">
              <a:ext uri="{FF2B5EF4-FFF2-40B4-BE49-F238E27FC236}">
                <a16:creationId xmlns:a16="http://schemas.microsoft.com/office/drawing/2014/main" id="{1F462927-9DEA-4C72-B6BD-C36A390FE9ED}"/>
              </a:ext>
            </a:extLst>
          </p:cNvPr>
          <p:cNvSpPr>
            <a:spLocks xmlns:a="http://schemas.openxmlformats.org/drawingml/2006/main" noGrp="1"/>
          </p:cNvSpPr>
          <p:nvPr/>
        </p:nvSpPr>
        <p:spPr>
          <a:xfrm xmlns:a="http://schemas.openxmlformats.org/drawingml/2006/main">
            <a:off x="5257800" y="3314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i="0">
                <a:solidFill>
                  <a:srgbClr val="F27732"/>
                </a:solidFill>
                <a:latin typeface="LiberationSans"/>
                <a:ea typeface="LiberationSans"/>
                <a:cs typeface="LiberationSans"/>
              </a:defRPr>
            </a:pPr>
            <a:r>
              <a:rPr sz="1350" b="1" i="0">
                <a:solidFill>
                  <a:srgbClr val="F27732"/>
                </a:solidFill>
                <a:latin typeface="LiberationSans"/>
                <a:ea typeface="LiberationSans"/>
                <a:cs typeface="LiberationSans"/>
              </a:rPr>
              <a:t>03</a:t>
            </a:r>
          </a:p>
        </p:txBody>
      </p:sp>
      <p:sp>
        <p:nvSpPr>
          <p:cNvPr id="21" name="threat-step-title-2">
            <a:extLst xmlns:a="http://schemas.openxmlformats.org/drawingml/2006/main">
              <a:ext uri="{FF2B5EF4-FFF2-40B4-BE49-F238E27FC236}">
                <a16:creationId xmlns:a16="http://schemas.microsoft.com/office/drawing/2014/main" id="{5C0369E4-9940-4AD2-BFFB-A8164FCA2E4F}"/>
              </a:ext>
            </a:extLst>
          </p:cNvPr>
          <p:cNvSpPr>
            <a:spLocks xmlns:a="http://schemas.openxmlformats.org/drawingml/2006/main" noGrp="1"/>
          </p:cNvSpPr>
          <p:nvPr/>
        </p:nvSpPr>
        <p:spPr>
          <a:xfrm xmlns:a="http://schemas.openxmlformats.org/drawingml/2006/main">
            <a:off x="5257800"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C3854"/>
                </a:solidFill>
                <a:latin typeface="LiberationSans"/>
                <a:ea typeface="LiberationSans"/>
                <a:cs typeface="LiberationSans"/>
              </a:defRPr>
            </a:pPr>
            <a:r>
              <a:rPr sz="1650" b="1" i="0">
                <a:solidFill>
                  <a:srgbClr val="1C3854"/>
                </a:solidFill>
                <a:latin typeface="LiberationSans"/>
                <a:ea typeface="LiberationSans"/>
                <a:cs typeface="LiberationSans"/>
              </a:rPr>
              <a:t>Amenaza</a:t>
            </a:r>
          </a:p>
        </p:txBody>
      </p:sp>
      <p:sp>
        <p:nvSpPr>
          <p:cNvPr id="22" name="threat-step-question-2">
            <a:extLst xmlns:a="http://schemas.openxmlformats.org/drawingml/2006/main">
              <a:ext uri="{FF2B5EF4-FFF2-40B4-BE49-F238E27FC236}">
                <a16:creationId xmlns:a16="http://schemas.microsoft.com/office/drawing/2014/main" id="{B67327E3-0074-49E8-B43B-F655C79BE724}"/>
              </a:ext>
            </a:extLst>
          </p:cNvPr>
          <p:cNvSpPr>
            <a:spLocks xmlns:a="http://schemas.openxmlformats.org/drawingml/2006/main" noGrp="1"/>
          </p:cNvSpPr>
          <p:nvPr/>
        </p:nvSpPr>
        <p:spPr>
          <a:xfrm xmlns:a="http://schemas.openxmlformats.org/drawingml/2006/main">
            <a:off x="5257800" y="41910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0" i="0">
                <a:solidFill>
                  <a:srgbClr val="292F35"/>
                </a:solidFill>
                <a:latin typeface="LiberationSans"/>
                <a:ea typeface="LiberationSans"/>
                <a:cs typeface="LiberationSans"/>
              </a:defRPr>
            </a:pPr>
            <a:r>
              <a:rPr sz="1275" b="0" i="0">
                <a:solidFill>
                  <a:srgbClr val="292F35"/>
                </a:solidFill>
                <a:latin typeface="LiberationSans"/>
                <a:ea typeface="LiberationSans"/>
                <a:cs typeface="LiberationSans"/>
              </a:rPr>
              <a:t>¿Qué podría intentar?</a:t>
            </a:r>
          </a:p>
        </p:txBody>
      </p:sp>
      <p:sp>
        <p:nvSpPr>
          <p:cNvPr id="23" name="threat-connector-2">
            <a:extLst xmlns:a="http://schemas.openxmlformats.org/drawingml/2006/main">
              <a:ext uri="{FF2B5EF4-FFF2-40B4-BE49-F238E27FC236}">
                <a16:creationId xmlns:a16="http://schemas.microsoft.com/office/drawing/2014/main" id="{175FCB69-B701-41B8-8CF9-F8D77DBC912B}"/>
              </a:ext>
            </a:extLst>
          </p:cNvPr>
          <p:cNvSpPr>
            <a:spLocks xmlns:a="http://schemas.openxmlformats.org/drawingml/2006/main" noGrp="1"/>
          </p:cNvSpPr>
          <p:nvPr/>
        </p:nvSpPr>
        <p:spPr>
          <a:xfrm xmlns:a="http://schemas.openxmlformats.org/drawingml/2006/main">
            <a:off x="6972300" y="3943350"/>
            <a:ext cx="304800" cy="0"/>
          </a:xfrm>
          <a:prstGeom xmlns:a="http://schemas.openxmlformats.org/drawingml/2006/main" prst="line">
            <a:avLst/>
          </a:prstGeom>
          <a:noFill xmlns:a="http://schemas.openxmlformats.org/drawingml/2006/main"/>
          <a:ln xmlns:a="http://schemas.openxmlformats.org/drawingml/2006/main" w="28575">
            <a:solidFill>
              <a:srgbClr val="C99B2E"/>
            </a:solidFill>
            <a:prstDash val="solid"/>
          </a:ln>
        </p:spPr>
      </p:sp>
      <p:sp>
        <p:nvSpPr>
          <p:cNvPr id="24" name="threat-step-3">
            <a:extLst xmlns:a="http://schemas.openxmlformats.org/drawingml/2006/main">
              <a:ext uri="{FF2B5EF4-FFF2-40B4-BE49-F238E27FC236}">
                <a16:creationId xmlns:a16="http://schemas.microsoft.com/office/drawing/2014/main" id="{D1127D81-CE04-483D-8344-DFC1773F9AF5}"/>
              </a:ext>
            </a:extLst>
          </p:cNvPr>
          <p:cNvSpPr>
            <a:spLocks xmlns:a="http://schemas.openxmlformats.org/drawingml/2006/main" noGrp="1"/>
          </p:cNvSpPr>
          <p:nvPr/>
        </p:nvSpPr>
        <p:spPr>
          <a:xfrm xmlns:a="http://schemas.openxmlformats.org/drawingml/2006/main">
            <a:off x="7277100" y="3105150"/>
            <a:ext cx="1885950" cy="1676400"/>
          </a:xfrm>
          <a:prstGeom xmlns:a="http://schemas.openxmlformats.org/drawingml/2006/main" prst="rect">
            <a:avLst/>
          </a:prstGeom>
          <a:solidFill xmlns:a="http://schemas.openxmlformats.org/drawingml/2006/main">
            <a:srgbClr val="E7F1ED"/>
          </a:solidFill>
          <a:ln xmlns:a="http://schemas.openxmlformats.org/drawingml/2006/main" w="0">
            <a:solidFill>
              <a:srgbClr val="E7F1ED"/>
            </a:solidFill>
            <a:prstDash val="solid"/>
          </a:ln>
        </p:spPr>
      </p:sp>
      <p:sp>
        <p:nvSpPr>
          <p:cNvPr id="25" name="threat-step-number-3">
            <a:extLst xmlns:a="http://schemas.openxmlformats.org/drawingml/2006/main">
              <a:ext uri="{FF2B5EF4-FFF2-40B4-BE49-F238E27FC236}">
                <a16:creationId xmlns:a16="http://schemas.microsoft.com/office/drawing/2014/main" id="{F42AF7F6-4E80-4288-A720-E2D01DD234C9}"/>
              </a:ext>
            </a:extLst>
          </p:cNvPr>
          <p:cNvSpPr>
            <a:spLocks xmlns:a="http://schemas.openxmlformats.org/drawingml/2006/main" noGrp="1"/>
          </p:cNvSpPr>
          <p:nvPr/>
        </p:nvSpPr>
        <p:spPr>
          <a:xfrm xmlns:a="http://schemas.openxmlformats.org/drawingml/2006/main">
            <a:off x="7448550" y="3314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i="0">
                <a:solidFill>
                  <a:srgbClr val="F27732"/>
                </a:solidFill>
                <a:latin typeface="LiberationSans"/>
                <a:ea typeface="LiberationSans"/>
                <a:cs typeface="LiberationSans"/>
              </a:defRPr>
            </a:pPr>
            <a:r>
              <a:rPr sz="1350" b="1" i="0">
                <a:solidFill>
                  <a:srgbClr val="F27732"/>
                </a:solidFill>
                <a:latin typeface="LiberationSans"/>
                <a:ea typeface="LiberationSans"/>
                <a:cs typeface="LiberationSans"/>
              </a:rPr>
              <a:t>04</a:t>
            </a:r>
          </a:p>
        </p:txBody>
      </p:sp>
      <p:sp>
        <p:nvSpPr>
          <p:cNvPr id="26" name="threat-step-title-3">
            <a:extLst xmlns:a="http://schemas.openxmlformats.org/drawingml/2006/main">
              <a:ext uri="{FF2B5EF4-FFF2-40B4-BE49-F238E27FC236}">
                <a16:creationId xmlns:a16="http://schemas.microsoft.com/office/drawing/2014/main" id="{DCB3F752-39D6-4D78-9A7D-DF0E750CD367}"/>
              </a:ext>
            </a:extLst>
          </p:cNvPr>
          <p:cNvSpPr>
            <a:spLocks xmlns:a="http://schemas.openxmlformats.org/drawingml/2006/main" noGrp="1"/>
          </p:cNvSpPr>
          <p:nvPr/>
        </p:nvSpPr>
        <p:spPr>
          <a:xfrm xmlns:a="http://schemas.openxmlformats.org/drawingml/2006/main">
            <a:off x="7448550"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C3854"/>
                </a:solidFill>
                <a:latin typeface="LiberationSans"/>
                <a:ea typeface="LiberationSans"/>
                <a:cs typeface="LiberationSans"/>
              </a:defRPr>
            </a:pPr>
            <a:r>
              <a:rPr sz="1650" b="1" i="0">
                <a:solidFill>
                  <a:srgbClr val="1C3854"/>
                </a:solidFill>
                <a:latin typeface="LiberationSans"/>
                <a:ea typeface="LiberationSans"/>
                <a:cs typeface="LiberationSans"/>
              </a:rPr>
              <a:t>Vulnerabilidad</a:t>
            </a:r>
          </a:p>
        </p:txBody>
      </p:sp>
      <p:sp>
        <p:nvSpPr>
          <p:cNvPr id="27" name="threat-step-question-3">
            <a:extLst xmlns:a="http://schemas.openxmlformats.org/drawingml/2006/main">
              <a:ext uri="{FF2B5EF4-FFF2-40B4-BE49-F238E27FC236}">
                <a16:creationId xmlns:a16="http://schemas.microsoft.com/office/drawing/2014/main" id="{AB5802B9-1366-40B6-A10B-C1A083E36EE9}"/>
              </a:ext>
            </a:extLst>
          </p:cNvPr>
          <p:cNvSpPr>
            <a:spLocks xmlns:a="http://schemas.openxmlformats.org/drawingml/2006/main" noGrp="1"/>
          </p:cNvSpPr>
          <p:nvPr/>
        </p:nvSpPr>
        <p:spPr>
          <a:xfrm xmlns:a="http://schemas.openxmlformats.org/drawingml/2006/main">
            <a:off x="7448550" y="41910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0" i="0">
                <a:solidFill>
                  <a:srgbClr val="292F35"/>
                </a:solidFill>
                <a:latin typeface="LiberationSans"/>
                <a:ea typeface="LiberationSans"/>
                <a:cs typeface="LiberationSans"/>
              </a:defRPr>
            </a:pPr>
            <a:r>
              <a:rPr sz="1275" b="0" i="0">
                <a:solidFill>
                  <a:srgbClr val="292F35"/>
                </a:solidFill>
                <a:latin typeface="LiberationSans"/>
                <a:ea typeface="LiberationSans"/>
                <a:cs typeface="LiberationSans"/>
              </a:rPr>
              <a:t>¿Qué facilita el daño?</a:t>
            </a:r>
          </a:p>
        </p:txBody>
      </p:sp>
      <p:sp>
        <p:nvSpPr>
          <p:cNvPr id="28" name="threat-connector-3">
            <a:extLst xmlns:a="http://schemas.openxmlformats.org/drawingml/2006/main">
              <a:ext uri="{FF2B5EF4-FFF2-40B4-BE49-F238E27FC236}">
                <a16:creationId xmlns:a16="http://schemas.microsoft.com/office/drawing/2014/main" id="{AEE27FE3-1E12-4ECC-9320-D822BEFEA6D4}"/>
              </a:ext>
            </a:extLst>
          </p:cNvPr>
          <p:cNvSpPr>
            <a:spLocks xmlns:a="http://schemas.openxmlformats.org/drawingml/2006/main" noGrp="1"/>
          </p:cNvSpPr>
          <p:nvPr/>
        </p:nvSpPr>
        <p:spPr>
          <a:xfrm xmlns:a="http://schemas.openxmlformats.org/drawingml/2006/main">
            <a:off x="9163050" y="3943350"/>
            <a:ext cx="304800" cy="0"/>
          </a:xfrm>
          <a:prstGeom xmlns:a="http://schemas.openxmlformats.org/drawingml/2006/main" prst="line">
            <a:avLst/>
          </a:prstGeom>
          <a:noFill xmlns:a="http://schemas.openxmlformats.org/drawingml/2006/main"/>
          <a:ln xmlns:a="http://schemas.openxmlformats.org/drawingml/2006/main" w="28575">
            <a:solidFill>
              <a:srgbClr val="C99B2E"/>
            </a:solidFill>
            <a:prstDash val="solid"/>
          </a:ln>
        </p:spPr>
      </p:sp>
      <p:sp>
        <p:nvSpPr>
          <p:cNvPr id="29" name="threat-step-4">
            <a:extLst xmlns:a="http://schemas.openxmlformats.org/drawingml/2006/main">
              <a:ext uri="{FF2B5EF4-FFF2-40B4-BE49-F238E27FC236}">
                <a16:creationId xmlns:a16="http://schemas.microsoft.com/office/drawing/2014/main" id="{D005DC4F-C399-4F45-A46D-416F6A9D9956}"/>
              </a:ext>
            </a:extLst>
          </p:cNvPr>
          <p:cNvSpPr>
            <a:spLocks xmlns:a="http://schemas.openxmlformats.org/drawingml/2006/main" noGrp="1"/>
          </p:cNvSpPr>
          <p:nvPr/>
        </p:nvSpPr>
        <p:spPr>
          <a:xfrm xmlns:a="http://schemas.openxmlformats.org/drawingml/2006/main">
            <a:off x="9467850" y="3105150"/>
            <a:ext cx="1885950" cy="1676400"/>
          </a:xfrm>
          <a:prstGeom xmlns:a="http://schemas.openxmlformats.org/drawingml/2006/main" prst="rect">
            <a:avLst/>
          </a:prstGeom>
          <a:solidFill xmlns:a="http://schemas.openxmlformats.org/drawingml/2006/main">
            <a:srgbClr val="F0EDF8"/>
          </a:solidFill>
          <a:ln xmlns:a="http://schemas.openxmlformats.org/drawingml/2006/main" w="0">
            <a:solidFill>
              <a:srgbClr val="F0EDF8"/>
            </a:solidFill>
            <a:prstDash val="solid"/>
          </a:ln>
        </p:spPr>
      </p:sp>
      <p:sp>
        <p:nvSpPr>
          <p:cNvPr id="30" name="threat-step-number-4">
            <a:extLst xmlns:a="http://schemas.openxmlformats.org/drawingml/2006/main">
              <a:ext uri="{FF2B5EF4-FFF2-40B4-BE49-F238E27FC236}">
                <a16:creationId xmlns:a16="http://schemas.microsoft.com/office/drawing/2014/main" id="{D571D49F-342F-4FDD-94AE-3AEC0D8F0883}"/>
              </a:ext>
            </a:extLst>
          </p:cNvPr>
          <p:cNvSpPr>
            <a:spLocks xmlns:a="http://schemas.openxmlformats.org/drawingml/2006/main" noGrp="1"/>
          </p:cNvSpPr>
          <p:nvPr/>
        </p:nvSpPr>
        <p:spPr>
          <a:xfrm xmlns:a="http://schemas.openxmlformats.org/drawingml/2006/main">
            <a:off x="9639300" y="3314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i="0">
                <a:solidFill>
                  <a:srgbClr val="F27732"/>
                </a:solidFill>
                <a:latin typeface="LiberationSans"/>
                <a:ea typeface="LiberationSans"/>
                <a:cs typeface="LiberationSans"/>
              </a:defRPr>
            </a:pPr>
            <a:r>
              <a:rPr sz="1350" b="1" i="0">
                <a:solidFill>
                  <a:srgbClr val="F27732"/>
                </a:solidFill>
                <a:latin typeface="LiberationSans"/>
                <a:ea typeface="LiberationSans"/>
                <a:cs typeface="LiberationSans"/>
              </a:rPr>
              <a:t>05</a:t>
            </a:r>
          </a:p>
        </p:txBody>
      </p:sp>
      <p:sp>
        <p:nvSpPr>
          <p:cNvPr id="31" name="threat-step-title-4">
            <a:extLst xmlns:a="http://schemas.openxmlformats.org/drawingml/2006/main">
              <a:ext uri="{FF2B5EF4-FFF2-40B4-BE49-F238E27FC236}">
                <a16:creationId xmlns:a16="http://schemas.microsoft.com/office/drawing/2014/main" id="{2902EEC3-C290-4700-A95D-E9A812B5BFC4}"/>
              </a:ext>
            </a:extLst>
          </p:cNvPr>
          <p:cNvSpPr>
            <a:spLocks xmlns:a="http://schemas.openxmlformats.org/drawingml/2006/main" noGrp="1"/>
          </p:cNvSpPr>
          <p:nvPr/>
        </p:nvSpPr>
        <p:spPr>
          <a:xfrm xmlns:a="http://schemas.openxmlformats.org/drawingml/2006/main">
            <a:off x="9639300"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C3854"/>
                </a:solidFill>
                <a:latin typeface="LiberationSans"/>
                <a:ea typeface="LiberationSans"/>
                <a:cs typeface="LiberationSans"/>
              </a:defRPr>
            </a:pPr>
            <a:r>
              <a:rPr sz="1650" b="1" i="0">
                <a:solidFill>
                  <a:srgbClr val="1C3854"/>
                </a:solidFill>
                <a:latin typeface="LiberationSans"/>
                <a:ea typeface="LiberationSans"/>
                <a:cs typeface="LiberationSans"/>
              </a:rPr>
              <a:t>Control</a:t>
            </a:r>
          </a:p>
        </p:txBody>
      </p:sp>
      <p:sp>
        <p:nvSpPr>
          <p:cNvPr id="32" name="threat-step-question-4">
            <a:extLst xmlns:a="http://schemas.openxmlformats.org/drawingml/2006/main">
              <a:ext uri="{FF2B5EF4-FFF2-40B4-BE49-F238E27FC236}">
                <a16:creationId xmlns:a16="http://schemas.microsoft.com/office/drawing/2014/main" id="{C2BE2775-8346-4E3F-99C9-CF22C64C5192}"/>
              </a:ext>
            </a:extLst>
          </p:cNvPr>
          <p:cNvSpPr>
            <a:spLocks xmlns:a="http://schemas.openxmlformats.org/drawingml/2006/main" noGrp="1"/>
          </p:cNvSpPr>
          <p:nvPr/>
        </p:nvSpPr>
        <p:spPr>
          <a:xfrm xmlns:a="http://schemas.openxmlformats.org/drawingml/2006/main">
            <a:off x="9639300" y="41910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0" i="0">
                <a:solidFill>
                  <a:srgbClr val="292F35"/>
                </a:solidFill>
                <a:latin typeface="LiberationSans"/>
                <a:ea typeface="LiberationSans"/>
                <a:cs typeface="LiberationSans"/>
              </a:defRPr>
            </a:pPr>
            <a:r>
              <a:rPr sz="1275" b="0" i="0">
                <a:solidFill>
                  <a:srgbClr val="292F35"/>
                </a:solidFill>
                <a:latin typeface="LiberationSans"/>
                <a:ea typeface="LiberationSans"/>
                <a:cs typeface="LiberationSans"/>
              </a:rPr>
              <a:t>¿Qué reduce el riesgo?</a:t>
            </a:r>
          </a:p>
        </p:txBody>
      </p:sp>
      <p:sp>
        <p:nvSpPr>
          <p:cNvPr id="33" name="threat-model-note">
            <a:extLst xmlns:a="http://schemas.openxmlformats.org/drawingml/2006/main">
              <a:ext uri="{FF2B5EF4-FFF2-40B4-BE49-F238E27FC236}">
                <a16:creationId xmlns:a16="http://schemas.microsoft.com/office/drawing/2014/main" id="{862619DD-A03A-4EB1-B304-FAC0CBF79FF8}"/>
              </a:ext>
            </a:extLst>
          </p:cNvPr>
          <p:cNvSpPr>
            <a:spLocks xmlns:a="http://schemas.openxmlformats.org/drawingml/2006/main" noGrp="1"/>
          </p:cNvSpPr>
          <p:nvPr/>
        </p:nvSpPr>
        <p:spPr>
          <a:xfrm xmlns:a="http://schemas.openxmlformats.org/drawingml/2006/main">
            <a:off x="685800" y="5410200"/>
            <a:ext cx="10820400" cy="571500"/>
          </a:xfrm>
          <a:prstGeom xmlns:a="http://schemas.openxmlformats.org/drawingml/2006/main" prst="rect">
            <a:avLst/>
          </a:prstGeom>
          <a:solidFill xmlns:a="http://schemas.openxmlformats.org/drawingml/2006/main">
            <a:srgbClr val="18324C"/>
          </a:solidFill>
          <a:ln xmlns:a="http://schemas.openxmlformats.org/drawingml/2006/main" w="0">
            <a:solidFill>
              <a:srgbClr val="18324C"/>
            </a:solidFill>
            <a:prstDash val="solid"/>
          </a:ln>
        </p:spPr>
      </p:sp>
      <p:sp>
        <p:nvSpPr>
          <p:cNvPr id="34" name="threat-model-note-text">
            <a:extLst xmlns:a="http://schemas.openxmlformats.org/drawingml/2006/main">
              <a:ext uri="{FF2B5EF4-FFF2-40B4-BE49-F238E27FC236}">
                <a16:creationId xmlns:a16="http://schemas.microsoft.com/office/drawing/2014/main" id="{D8516343-6960-4B4B-AC8E-9D40CD32AF86}"/>
              </a:ext>
            </a:extLst>
          </p:cNvPr>
          <p:cNvSpPr>
            <a:spLocks xmlns:a="http://schemas.openxmlformats.org/drawingml/2006/main" noGrp="1"/>
          </p:cNvSpPr>
          <p:nvPr/>
        </p:nvSpPr>
        <p:spPr>
          <a:xfrm xmlns:a="http://schemas.openxmlformats.org/drawingml/2006/main">
            <a:off x="990600" y="5581650"/>
            <a:ext cx="10210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500" b="1" i="0">
                <a:solidFill>
                  <a:srgbClr val="FFFFFF"/>
                </a:solidFill>
                <a:latin typeface="LiberationSans"/>
                <a:ea typeface="LiberationSans"/>
                <a:cs typeface="LiberationSans"/>
              </a:defRPr>
            </a:pPr>
            <a:r>
              <a:rPr sz="1500" b="1" i="0">
                <a:solidFill>
                  <a:srgbClr val="FFFFFF"/>
                </a:solidFill>
                <a:latin typeface="LiberationSans"/>
                <a:ea typeface="LiberationSans"/>
                <a:cs typeface="LiberationSans"/>
              </a:rPr>
              <a:t>El modelo no predice el futuro: ayuda a decidir dónde conviene diseñar controles y pruebas.</a:t>
            </a:r>
          </a:p>
        </p:txBody>
      </p:sp>
    </p:spTree>
    <p:extLst>
      <p:ext uri="{BB962C8B-B14F-4D97-AF65-F5344CB8AC3E}">
        <p14:creationId xmlns:p14="http://schemas.microsoft.com/office/powerpoint/2010/main" val="2088436520"/>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38" name="threat-example-kicker">
            <a:extLst xmlns:a="http://schemas.openxmlformats.org/drawingml/2006/main">
              <a:ext uri="{FF2B5EF4-FFF2-40B4-BE49-F238E27FC236}">
                <a16:creationId xmlns:a16="http://schemas.microsoft.com/office/drawing/2014/main" id="{E6806D2D-5A43-47E2-A307-E1013866041D}"/>
              </a:ext>
            </a:extLst>
          </p:cNvPr>
          <p:cNvSpPr>
            <a:spLocks xmlns:a="http://schemas.openxmlformats.org/drawingml/2006/main" noGrp="1"/>
          </p:cNvSpPr>
          <p:nvPr/>
        </p:nvSpPr>
        <p:spPr>
          <a:xfrm xmlns:a="http://schemas.openxmlformats.org/drawingml/2006/main">
            <a:off x="685800" y="4000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i="0">
                <a:solidFill>
                  <a:srgbClr val="C99B2E"/>
                </a:solidFill>
                <a:latin typeface="LiberationSans"/>
                <a:ea typeface="LiberationSans"/>
                <a:cs typeface="LiberationSans"/>
              </a:defRPr>
            </a:pPr>
            <a:r>
              <a:rPr sz="1125" b="1" i="0">
                <a:solidFill>
                  <a:srgbClr val="C99B2E"/>
                </a:solidFill>
                <a:latin typeface="LiberationSans"/>
                <a:ea typeface="LiberationSans"/>
                <a:cs typeface="LiberationSans"/>
              </a:rPr>
              <a:t>APLICACIÓN</a:t>
            </a:r>
          </a:p>
        </p:txBody>
      </p:sp>
      <p:sp>
        <p:nvSpPr>
          <p:cNvPr id="2" name="threat-example-title">
            <a:extLst xmlns:a="http://schemas.openxmlformats.org/drawingml/2006/main">
              <a:ext uri="{FF2B5EF4-FFF2-40B4-BE49-F238E27FC236}">
                <a16:creationId xmlns:a16="http://schemas.microsoft.com/office/drawing/2014/main" id="{6E99A754-5934-4537-973D-110B07EE3AFB}"/>
              </a:ext>
            </a:extLst>
          </p:cNvPr>
          <p:cNvSpPr>
            <a:spLocks xmlns:a="http://schemas.openxmlformats.org/drawingml/2006/main" noGrp="1"/>
          </p:cNvSpPr>
          <p:nvPr/>
        </p:nvSpPr>
        <p:spPr>
          <a:xfrm xmlns:a="http://schemas.openxmlformats.org/drawingml/2006/main">
            <a:off x="685800" y="685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150" b="1" i="0">
                <a:solidFill>
                  <a:srgbClr val="1C3854"/>
                </a:solidFill>
                <a:latin typeface="LiberationSans"/>
                <a:ea typeface="LiberationSans"/>
                <a:cs typeface="LiberationSans"/>
              </a:defRPr>
            </a:pPr>
            <a:r>
              <a:rPr sz="3150" b="1" i="0">
                <a:solidFill>
                  <a:srgbClr val="1C3854"/>
                </a:solidFill>
                <a:latin typeface="LiberationSans"/>
                <a:ea typeface="LiberationSans"/>
                <a:cs typeface="LiberationSans"/>
              </a:rPr>
              <a:t>Modelado aplicado a un portal académico</a:t>
            </a:r>
          </a:p>
        </p:txBody>
      </p:sp>
      <p:sp>
        <p:nvSpPr>
          <p:cNvPr id="3" name="threat-example-rule">
            <a:extLst xmlns:a="http://schemas.openxmlformats.org/drawingml/2006/main">
              <a:ext uri="{FF2B5EF4-FFF2-40B4-BE49-F238E27FC236}">
                <a16:creationId xmlns:a16="http://schemas.microsoft.com/office/drawing/2014/main" id="{6F3EAB06-80B8-4CB7-A8C3-57ADCF57FB9F}"/>
              </a:ext>
            </a:extLst>
          </p:cNvPr>
          <p:cNvSpPr>
            <a:spLocks xmlns:a="http://schemas.openxmlformats.org/drawingml/2006/main" noGrp="1"/>
          </p:cNvSpPr>
          <p:nvPr/>
        </p:nvSpPr>
        <p:spPr>
          <a:xfrm xmlns:a="http://schemas.openxmlformats.org/drawingml/2006/main">
            <a:off x="685800" y="1323975"/>
            <a:ext cx="1104900" cy="47625"/>
          </a:xfrm>
          <a:prstGeom xmlns:a="http://schemas.openxmlformats.org/drawingml/2006/main" prst="rect">
            <a:avLst/>
          </a:prstGeom>
          <a:solidFill xmlns:a="http://schemas.openxmlformats.org/drawingml/2006/main">
            <a:srgbClr val="C99B2E"/>
          </a:solidFill>
          <a:ln xmlns:a="http://schemas.openxmlformats.org/drawingml/2006/main" w="0">
            <a:solidFill>
              <a:srgbClr val="C99B2E"/>
            </a:solidFill>
            <a:prstDash val="solid"/>
          </a:ln>
        </p:spPr>
      </p:sp>
      <p:sp>
        <p:nvSpPr>
          <p:cNvPr id="4" name="threat-example-subtitle">
            <a:extLst xmlns:a="http://schemas.openxmlformats.org/drawingml/2006/main">
              <a:ext uri="{FF2B5EF4-FFF2-40B4-BE49-F238E27FC236}">
                <a16:creationId xmlns:a16="http://schemas.microsoft.com/office/drawing/2014/main" id="{219754A3-E7D1-4F50-96E7-EEB3DECD80F6}"/>
              </a:ext>
            </a:extLst>
          </p:cNvPr>
          <p:cNvSpPr>
            <a:spLocks xmlns:a="http://schemas.openxmlformats.org/drawingml/2006/main" noGrp="1"/>
          </p:cNvSpPr>
          <p:nvPr/>
        </p:nvSpPr>
        <p:spPr>
          <a:xfrm xmlns:a="http://schemas.openxmlformats.org/drawingml/2006/main">
            <a:off x="685800" y="15049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68747F"/>
                </a:solidFill>
                <a:latin typeface="LiberationSans"/>
                <a:ea typeface="LiberationSans"/>
                <a:cs typeface="LiberationSans"/>
              </a:defRPr>
            </a:pPr>
            <a:r>
              <a:rPr sz="1500" b="0" i="0">
                <a:solidFill>
                  <a:srgbClr val="68747F"/>
                </a:solidFill>
                <a:latin typeface="LiberationSans"/>
                <a:ea typeface="LiberationSans"/>
                <a:cs typeface="LiberationSans"/>
              </a:rPr>
              <a:t>El mismo escenario conecta requisitos, arquitectura, autorización y pruebas.</a:t>
            </a:r>
          </a:p>
        </p:txBody>
      </p:sp>
      <p:sp>
        <p:nvSpPr>
          <p:cNvPr id="5" name="footer-band-7">
            <a:extLst xmlns:a="http://schemas.openxmlformats.org/drawingml/2006/main">
              <a:ext uri="{FF2B5EF4-FFF2-40B4-BE49-F238E27FC236}">
                <a16:creationId xmlns:a16="http://schemas.microsoft.com/office/drawing/2014/main" id="{C41C06E6-5F49-4D6A-A6E7-037A4F0AEB8F}"/>
              </a:ext>
            </a:extLst>
          </p:cNvPr>
          <p:cNvSpPr>
            <a:spLocks xmlns:a="http://schemas.openxmlformats.org/drawingml/2006/main" noGrp="1"/>
          </p:cNvSpPr>
          <p:nvPr/>
        </p:nvSpPr>
        <p:spPr>
          <a:xfrm xmlns:a="http://schemas.openxmlformats.org/drawingml/2006/main">
            <a:off x="0" y="6705600"/>
            <a:ext cx="12192000" cy="152400"/>
          </a:xfrm>
          <a:prstGeom xmlns:a="http://schemas.openxmlformats.org/drawingml/2006/main" prst="rect">
            <a:avLst/>
          </a:prstGeom>
          <a:solidFill xmlns:a="http://schemas.openxmlformats.org/drawingml/2006/main">
            <a:srgbClr val="18324C"/>
          </a:solidFill>
          <a:ln xmlns:a="http://schemas.openxmlformats.org/drawingml/2006/main" w="0">
            <a:solidFill>
              <a:srgbClr val="18324C"/>
            </a:solidFill>
            <a:prstDash val="solid"/>
          </a:ln>
        </p:spPr>
      </p:sp>
      <p:sp>
        <p:nvSpPr>
          <p:cNvPr id="6" name="footer-label-7">
            <a:extLst xmlns:a="http://schemas.openxmlformats.org/drawingml/2006/main">
              <a:ext uri="{FF2B5EF4-FFF2-40B4-BE49-F238E27FC236}">
                <a16:creationId xmlns:a16="http://schemas.microsoft.com/office/drawing/2014/main" id="{7509D774-1FE0-4C03-A7BD-391041E9C1E6}"/>
              </a:ext>
            </a:extLst>
          </p:cNvPr>
          <p:cNvSpPr>
            <a:spLocks xmlns:a="http://schemas.openxmlformats.org/drawingml/2006/main" noGrp="1"/>
          </p:cNvSpPr>
          <p:nvPr/>
        </p:nvSpPr>
        <p:spPr>
          <a:xfrm xmlns:a="http://schemas.openxmlformats.org/drawingml/2006/main">
            <a:off x="685800" y="64293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75" b="0" i="0">
                <a:solidFill>
                  <a:srgbClr val="68747F"/>
                </a:solidFill>
                <a:latin typeface="LiberationSans"/>
                <a:ea typeface="LiberationSans"/>
                <a:cs typeface="LiberationSans"/>
              </a:defRPr>
            </a:pPr>
            <a:r>
              <a:rPr sz="975" b="0" i="0">
                <a:solidFill>
                  <a:srgbClr val="68747F"/>
                </a:solidFill>
                <a:latin typeface="LiberationSans"/>
                <a:ea typeface="LiberationSans"/>
                <a:cs typeface="LiberationSans"/>
              </a:rPr>
              <a:t>ANÁLISIS Y DISEÑO DE SISTEMAS 2</a:t>
            </a:r>
          </a:p>
        </p:txBody>
      </p:sp>
      <p:sp>
        <p:nvSpPr>
          <p:cNvPr id="7" name="footer-number-7">
            <a:extLst xmlns:a="http://schemas.openxmlformats.org/drawingml/2006/main">
              <a:ext uri="{FF2B5EF4-FFF2-40B4-BE49-F238E27FC236}">
                <a16:creationId xmlns:a16="http://schemas.microsoft.com/office/drawing/2014/main" id="{9FDEC9A3-43C2-4E2E-81A2-C84810A74272}"/>
              </a:ext>
            </a:extLst>
          </p:cNvPr>
          <p:cNvSpPr>
            <a:spLocks xmlns:a="http://schemas.openxmlformats.org/drawingml/2006/main" noGrp="1"/>
          </p:cNvSpPr>
          <p:nvPr/>
        </p:nvSpPr>
        <p:spPr>
          <a:xfrm xmlns:a="http://schemas.openxmlformats.org/drawingml/2006/main">
            <a:off x="11049000" y="642937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i="0">
                <a:solidFill>
                  <a:srgbClr val="1C3854"/>
                </a:solidFill>
                <a:latin typeface="LiberationSans"/>
                <a:ea typeface="LiberationSans"/>
                <a:cs typeface="LiberationSans"/>
              </a:defRPr>
            </a:pPr>
            <a:r>
              <a:rPr sz="1050" b="1" i="0">
                <a:solidFill>
                  <a:srgbClr val="1C3854"/>
                </a:solidFill>
                <a:latin typeface="LiberationSans"/>
                <a:ea typeface="LiberationSans"/>
                <a:cs typeface="LiberationSans"/>
              </a:rPr>
              <a:t>07</a:t>
            </a:r>
          </a:p>
        </p:txBody>
      </p:sp>
      <p:sp>
        <p:nvSpPr>
          <p:cNvPr id="8" name="threat-example-flow">
            <a:extLst xmlns:a="http://schemas.openxmlformats.org/drawingml/2006/main">
              <a:ext uri="{FF2B5EF4-FFF2-40B4-BE49-F238E27FC236}">
                <a16:creationId xmlns:a16="http://schemas.microsoft.com/office/drawing/2014/main" id="{67529DA9-479B-4C9E-92FB-11C0F40226BB}"/>
              </a:ext>
            </a:extLst>
          </p:cNvPr>
          <p:cNvSpPr>
            <a:spLocks xmlns:a="http://schemas.openxmlformats.org/drawingml/2006/main" noGrp="1"/>
          </p:cNvSpPr>
          <p:nvPr/>
        </p:nvSpPr>
        <p:spPr>
          <a:xfrm xmlns:a="http://schemas.openxmlformats.org/drawingml/2006/main">
            <a:off x="685800" y="2095500"/>
            <a:ext cx="5334000" cy="3143250"/>
          </a:xfrm>
          <a:prstGeom xmlns:a="http://schemas.openxmlformats.org/drawingml/2006/main" prst="rect">
            <a:avLst/>
          </a:prstGeom>
          <a:solidFill xmlns:a="http://schemas.openxmlformats.org/drawingml/2006/main">
            <a:srgbClr val="FFFFFF"/>
          </a:solidFill>
          <a:ln xmlns:a="http://schemas.openxmlformats.org/drawingml/2006/main" w="9525">
            <a:solidFill>
              <a:srgbClr val="D5DEE5"/>
            </a:solidFill>
            <a:prstDash val="solid"/>
          </a:ln>
        </p:spPr>
      </p:sp>
      <p:sp>
        <p:nvSpPr>
          <p:cNvPr id="9" name="threat-example-flow-title">
            <a:extLst xmlns:a="http://schemas.openxmlformats.org/drawingml/2006/main">
              <a:ext uri="{FF2B5EF4-FFF2-40B4-BE49-F238E27FC236}">
                <a16:creationId xmlns:a16="http://schemas.microsoft.com/office/drawing/2014/main" id="{29C74CE0-6365-42F5-8208-2831668D2D33}"/>
              </a:ext>
            </a:extLst>
          </p:cNvPr>
          <p:cNvSpPr>
            <a:spLocks xmlns:a="http://schemas.openxmlformats.org/drawingml/2006/main" noGrp="1"/>
          </p:cNvSpPr>
          <p:nvPr/>
        </p:nvSpPr>
        <p:spPr>
          <a:xfrm xmlns:a="http://schemas.openxmlformats.org/drawingml/2006/main">
            <a:off x="990600" y="23431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i="0">
                <a:solidFill>
                  <a:srgbClr val="1C3854"/>
                </a:solidFill>
                <a:latin typeface="LiberationSans"/>
                <a:ea typeface="LiberationSans"/>
                <a:cs typeface="LiberationSans"/>
              </a:defRPr>
            </a:pPr>
            <a:r>
              <a:rPr sz="1725" b="1" i="0">
                <a:solidFill>
                  <a:srgbClr val="1C3854"/>
                </a:solidFill>
                <a:latin typeface="LiberationSans"/>
                <a:ea typeface="LiberationSans"/>
                <a:cs typeface="LiberationSans"/>
              </a:rPr>
              <a:t>Recorrido de una consulta</a:t>
            </a:r>
          </a:p>
        </p:txBody>
      </p:sp>
      <p:sp>
        <p:nvSpPr>
          <p:cNvPr id="10" name="threat-flow-box-0">
            <a:extLst xmlns:a="http://schemas.openxmlformats.org/drawingml/2006/main">
              <a:ext uri="{FF2B5EF4-FFF2-40B4-BE49-F238E27FC236}">
                <a16:creationId xmlns:a16="http://schemas.microsoft.com/office/drawing/2014/main" id="{97B29F9D-9428-4761-A39E-9B0C5962FAB8}"/>
              </a:ext>
            </a:extLst>
          </p:cNvPr>
          <p:cNvSpPr>
            <a:spLocks xmlns:a="http://schemas.openxmlformats.org/drawingml/2006/main" noGrp="1"/>
          </p:cNvSpPr>
          <p:nvPr/>
        </p:nvSpPr>
        <p:spPr>
          <a:xfrm xmlns:a="http://schemas.openxmlformats.org/drawingml/2006/main">
            <a:off x="990600" y="3371850"/>
            <a:ext cx="895350" cy="685800"/>
          </a:xfrm>
          <a:prstGeom xmlns:a="http://schemas.openxmlformats.org/drawingml/2006/main" prst="rect">
            <a:avLst/>
          </a:prstGeom>
          <a:solidFill xmlns:a="http://schemas.openxmlformats.org/drawingml/2006/main">
            <a:srgbClr val="EAF3FA"/>
          </a:solidFill>
          <a:ln xmlns:a="http://schemas.openxmlformats.org/drawingml/2006/main" w="0">
            <a:solidFill>
              <a:srgbClr val="EAF3FA"/>
            </a:solidFill>
            <a:prstDash val="solid"/>
          </a:ln>
        </p:spPr>
      </p:sp>
      <p:sp>
        <p:nvSpPr>
          <p:cNvPr id="11" name="threat-flow-label-0">
            <a:extLst xmlns:a="http://schemas.openxmlformats.org/drawingml/2006/main">
              <a:ext uri="{FF2B5EF4-FFF2-40B4-BE49-F238E27FC236}">
                <a16:creationId xmlns:a16="http://schemas.microsoft.com/office/drawing/2014/main" id="{99290274-59C3-48B2-A51A-DAEF526EACDA}"/>
              </a:ext>
            </a:extLst>
          </p:cNvPr>
          <p:cNvSpPr>
            <a:spLocks xmlns:a="http://schemas.openxmlformats.org/drawingml/2006/main" noGrp="1"/>
          </p:cNvSpPr>
          <p:nvPr/>
        </p:nvSpPr>
        <p:spPr>
          <a:xfrm xmlns:a="http://schemas.openxmlformats.org/drawingml/2006/main">
            <a:off x="1066800" y="3609975"/>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00" b="1" i="0">
                <a:solidFill>
                  <a:srgbClr val="1C3854"/>
                </a:solidFill>
                <a:latin typeface="LiberationSans"/>
                <a:ea typeface="LiberationSans"/>
                <a:cs typeface="LiberationSans"/>
              </a:defRPr>
            </a:pPr>
            <a:r>
              <a:rPr sz="1200" b="1" i="0">
                <a:solidFill>
                  <a:srgbClr val="1C3854"/>
                </a:solidFill>
                <a:latin typeface="LiberationSans"/>
                <a:ea typeface="LiberationSans"/>
                <a:cs typeface="LiberationSans"/>
              </a:rPr>
              <a:t>Usuario</a:t>
            </a:r>
          </a:p>
        </p:txBody>
      </p:sp>
      <p:sp>
        <p:nvSpPr>
          <p:cNvPr id="12" name="threat-flow-line-0">
            <a:extLst xmlns:a="http://schemas.openxmlformats.org/drawingml/2006/main">
              <a:ext uri="{FF2B5EF4-FFF2-40B4-BE49-F238E27FC236}">
                <a16:creationId xmlns:a16="http://schemas.microsoft.com/office/drawing/2014/main" id="{EA7FB95E-F797-4D23-A722-9C6291C37B78}"/>
              </a:ext>
            </a:extLst>
          </p:cNvPr>
          <p:cNvSpPr>
            <a:spLocks xmlns:a="http://schemas.openxmlformats.org/drawingml/2006/main" noGrp="1"/>
          </p:cNvSpPr>
          <p:nvPr/>
        </p:nvSpPr>
        <p:spPr>
          <a:xfrm xmlns:a="http://schemas.openxmlformats.org/drawingml/2006/main">
            <a:off x="1885950" y="3714750"/>
            <a:ext cx="171450" cy="0"/>
          </a:xfrm>
          <a:prstGeom xmlns:a="http://schemas.openxmlformats.org/drawingml/2006/main" prst="line">
            <a:avLst/>
          </a:prstGeom>
          <a:noFill xmlns:a="http://schemas.openxmlformats.org/drawingml/2006/main"/>
          <a:ln xmlns:a="http://schemas.openxmlformats.org/drawingml/2006/main" w="28575">
            <a:solidFill>
              <a:srgbClr val="C99B2E"/>
            </a:solidFill>
            <a:prstDash val="solid"/>
          </a:ln>
        </p:spPr>
      </p:sp>
      <p:sp>
        <p:nvSpPr>
          <p:cNvPr id="13" name="threat-flow-box-1">
            <a:extLst xmlns:a="http://schemas.openxmlformats.org/drawingml/2006/main">
              <a:ext uri="{FF2B5EF4-FFF2-40B4-BE49-F238E27FC236}">
                <a16:creationId xmlns:a16="http://schemas.microsoft.com/office/drawing/2014/main" id="{DCE6DF61-F81F-4A3A-917D-82D09703C33B}"/>
              </a:ext>
            </a:extLst>
          </p:cNvPr>
          <p:cNvSpPr>
            <a:spLocks xmlns:a="http://schemas.openxmlformats.org/drawingml/2006/main" noGrp="1"/>
          </p:cNvSpPr>
          <p:nvPr/>
        </p:nvSpPr>
        <p:spPr>
          <a:xfrm xmlns:a="http://schemas.openxmlformats.org/drawingml/2006/main">
            <a:off x="2057400" y="3371850"/>
            <a:ext cx="895350" cy="685800"/>
          </a:xfrm>
          <a:prstGeom xmlns:a="http://schemas.openxmlformats.org/drawingml/2006/main" prst="rect">
            <a:avLst/>
          </a:prstGeom>
          <a:solidFill xmlns:a="http://schemas.openxmlformats.org/drawingml/2006/main">
            <a:srgbClr val="F8F1E2"/>
          </a:solidFill>
          <a:ln xmlns:a="http://schemas.openxmlformats.org/drawingml/2006/main" w="0">
            <a:solidFill>
              <a:srgbClr val="F8F1E2"/>
            </a:solidFill>
            <a:prstDash val="solid"/>
          </a:ln>
        </p:spPr>
      </p:sp>
      <p:sp>
        <p:nvSpPr>
          <p:cNvPr id="14" name="threat-flow-label-1">
            <a:extLst xmlns:a="http://schemas.openxmlformats.org/drawingml/2006/main">
              <a:ext uri="{FF2B5EF4-FFF2-40B4-BE49-F238E27FC236}">
                <a16:creationId xmlns:a16="http://schemas.microsoft.com/office/drawing/2014/main" id="{ABBCE7F7-B443-4C37-901B-38771522CD62}"/>
              </a:ext>
            </a:extLst>
          </p:cNvPr>
          <p:cNvSpPr>
            <a:spLocks xmlns:a="http://schemas.openxmlformats.org/drawingml/2006/main" noGrp="1"/>
          </p:cNvSpPr>
          <p:nvPr/>
        </p:nvSpPr>
        <p:spPr>
          <a:xfrm xmlns:a="http://schemas.openxmlformats.org/drawingml/2006/main">
            <a:off x="2133600" y="3609975"/>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00" b="1" i="0">
                <a:solidFill>
                  <a:srgbClr val="1C3854"/>
                </a:solidFill>
                <a:latin typeface="LiberationSans"/>
                <a:ea typeface="LiberationSans"/>
                <a:cs typeface="LiberationSans"/>
              </a:defRPr>
            </a:pPr>
            <a:r>
              <a:rPr sz="1200" b="1" i="0">
                <a:solidFill>
                  <a:srgbClr val="1C3854"/>
                </a:solidFill>
                <a:latin typeface="LiberationSans"/>
                <a:ea typeface="LiberationSans"/>
                <a:cs typeface="LiberationSans"/>
              </a:rPr>
              <a:t>Portal</a:t>
            </a:r>
          </a:p>
        </p:txBody>
      </p:sp>
      <p:sp>
        <p:nvSpPr>
          <p:cNvPr id="15" name="threat-flow-line-1">
            <a:extLst xmlns:a="http://schemas.openxmlformats.org/drawingml/2006/main">
              <a:ext uri="{FF2B5EF4-FFF2-40B4-BE49-F238E27FC236}">
                <a16:creationId xmlns:a16="http://schemas.microsoft.com/office/drawing/2014/main" id="{B6651655-F35E-432A-A803-49AD94BBA32E}"/>
              </a:ext>
            </a:extLst>
          </p:cNvPr>
          <p:cNvSpPr>
            <a:spLocks xmlns:a="http://schemas.openxmlformats.org/drawingml/2006/main" noGrp="1"/>
          </p:cNvSpPr>
          <p:nvPr/>
        </p:nvSpPr>
        <p:spPr>
          <a:xfrm xmlns:a="http://schemas.openxmlformats.org/drawingml/2006/main">
            <a:off x="2952750" y="3714750"/>
            <a:ext cx="171450" cy="0"/>
          </a:xfrm>
          <a:prstGeom xmlns:a="http://schemas.openxmlformats.org/drawingml/2006/main" prst="line">
            <a:avLst/>
          </a:prstGeom>
          <a:noFill xmlns:a="http://schemas.openxmlformats.org/drawingml/2006/main"/>
          <a:ln xmlns:a="http://schemas.openxmlformats.org/drawingml/2006/main" w="28575">
            <a:solidFill>
              <a:srgbClr val="C99B2E"/>
            </a:solidFill>
            <a:prstDash val="solid"/>
          </a:ln>
        </p:spPr>
      </p:sp>
      <p:sp>
        <p:nvSpPr>
          <p:cNvPr id="16" name="threat-flow-box-2">
            <a:extLst xmlns:a="http://schemas.openxmlformats.org/drawingml/2006/main">
              <a:ext uri="{FF2B5EF4-FFF2-40B4-BE49-F238E27FC236}">
                <a16:creationId xmlns:a16="http://schemas.microsoft.com/office/drawing/2014/main" id="{DDDF4F7F-C56B-4C81-99DA-7B19F64CA35F}"/>
              </a:ext>
            </a:extLst>
          </p:cNvPr>
          <p:cNvSpPr>
            <a:spLocks xmlns:a="http://schemas.openxmlformats.org/drawingml/2006/main" noGrp="1"/>
          </p:cNvSpPr>
          <p:nvPr/>
        </p:nvSpPr>
        <p:spPr>
          <a:xfrm xmlns:a="http://schemas.openxmlformats.org/drawingml/2006/main">
            <a:off x="3124200" y="3371850"/>
            <a:ext cx="895350" cy="685800"/>
          </a:xfrm>
          <a:prstGeom xmlns:a="http://schemas.openxmlformats.org/drawingml/2006/main" prst="rect">
            <a:avLst/>
          </a:prstGeom>
          <a:solidFill xmlns:a="http://schemas.openxmlformats.org/drawingml/2006/main">
            <a:srgbClr val="FCEBE3"/>
          </a:solidFill>
          <a:ln xmlns:a="http://schemas.openxmlformats.org/drawingml/2006/main" w="0">
            <a:solidFill>
              <a:srgbClr val="FCEBE3"/>
            </a:solidFill>
            <a:prstDash val="solid"/>
          </a:ln>
        </p:spPr>
      </p:sp>
      <p:sp>
        <p:nvSpPr>
          <p:cNvPr id="17" name="threat-flow-label-2">
            <a:extLst xmlns:a="http://schemas.openxmlformats.org/drawingml/2006/main">
              <a:ext uri="{FF2B5EF4-FFF2-40B4-BE49-F238E27FC236}">
                <a16:creationId xmlns:a16="http://schemas.microsoft.com/office/drawing/2014/main" id="{775DDD79-5E01-49D8-98A1-D1787F0FE041}"/>
              </a:ext>
            </a:extLst>
          </p:cNvPr>
          <p:cNvSpPr>
            <a:spLocks xmlns:a="http://schemas.openxmlformats.org/drawingml/2006/main" noGrp="1"/>
          </p:cNvSpPr>
          <p:nvPr/>
        </p:nvSpPr>
        <p:spPr>
          <a:xfrm xmlns:a="http://schemas.openxmlformats.org/drawingml/2006/main">
            <a:off x="3200400" y="3609975"/>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00" b="1" i="0">
                <a:solidFill>
                  <a:srgbClr val="1C3854"/>
                </a:solidFill>
                <a:latin typeface="LiberationSans"/>
                <a:ea typeface="LiberationSans"/>
                <a:cs typeface="LiberationSans"/>
              </a:defRPr>
            </a:pPr>
            <a:r>
              <a:rPr sz="1200" b="1" i="0">
                <a:solidFill>
                  <a:srgbClr val="1C3854"/>
                </a:solidFill>
                <a:latin typeface="LiberationSans"/>
                <a:ea typeface="LiberationSans"/>
                <a:cs typeface="LiberationSans"/>
              </a:rPr>
              <a:t>Servidor</a:t>
            </a:r>
          </a:p>
        </p:txBody>
      </p:sp>
      <p:sp>
        <p:nvSpPr>
          <p:cNvPr id="18" name="threat-flow-line-2">
            <a:extLst xmlns:a="http://schemas.openxmlformats.org/drawingml/2006/main">
              <a:ext uri="{FF2B5EF4-FFF2-40B4-BE49-F238E27FC236}">
                <a16:creationId xmlns:a16="http://schemas.microsoft.com/office/drawing/2014/main" id="{FDBCC7B8-AA07-4750-AE47-046C10D87657}"/>
              </a:ext>
            </a:extLst>
          </p:cNvPr>
          <p:cNvSpPr>
            <a:spLocks xmlns:a="http://schemas.openxmlformats.org/drawingml/2006/main" noGrp="1"/>
          </p:cNvSpPr>
          <p:nvPr/>
        </p:nvSpPr>
        <p:spPr>
          <a:xfrm xmlns:a="http://schemas.openxmlformats.org/drawingml/2006/main">
            <a:off x="4019550" y="3714750"/>
            <a:ext cx="171450" cy="0"/>
          </a:xfrm>
          <a:prstGeom xmlns:a="http://schemas.openxmlformats.org/drawingml/2006/main" prst="line">
            <a:avLst/>
          </a:prstGeom>
          <a:noFill xmlns:a="http://schemas.openxmlformats.org/drawingml/2006/main"/>
          <a:ln xmlns:a="http://schemas.openxmlformats.org/drawingml/2006/main" w="28575">
            <a:solidFill>
              <a:srgbClr val="C99B2E"/>
            </a:solidFill>
            <a:prstDash val="solid"/>
          </a:ln>
        </p:spPr>
      </p:sp>
      <p:sp>
        <p:nvSpPr>
          <p:cNvPr id="19" name="threat-flow-box-3">
            <a:extLst xmlns:a="http://schemas.openxmlformats.org/drawingml/2006/main">
              <a:ext uri="{FF2B5EF4-FFF2-40B4-BE49-F238E27FC236}">
                <a16:creationId xmlns:a16="http://schemas.microsoft.com/office/drawing/2014/main" id="{98A3B837-A89F-4143-A736-C73A832BE0AD}"/>
              </a:ext>
            </a:extLst>
          </p:cNvPr>
          <p:cNvSpPr>
            <a:spLocks xmlns:a="http://schemas.openxmlformats.org/drawingml/2006/main" noGrp="1"/>
          </p:cNvSpPr>
          <p:nvPr/>
        </p:nvSpPr>
        <p:spPr>
          <a:xfrm xmlns:a="http://schemas.openxmlformats.org/drawingml/2006/main">
            <a:off x="4191000" y="3371850"/>
            <a:ext cx="895350" cy="685800"/>
          </a:xfrm>
          <a:prstGeom xmlns:a="http://schemas.openxmlformats.org/drawingml/2006/main" prst="rect">
            <a:avLst/>
          </a:prstGeom>
          <a:solidFill xmlns:a="http://schemas.openxmlformats.org/drawingml/2006/main">
            <a:srgbClr val="18324C"/>
          </a:solidFill>
          <a:ln xmlns:a="http://schemas.openxmlformats.org/drawingml/2006/main" w="0">
            <a:solidFill>
              <a:srgbClr val="18324C"/>
            </a:solidFill>
            <a:prstDash val="solid"/>
          </a:ln>
        </p:spPr>
      </p:sp>
      <p:sp>
        <p:nvSpPr>
          <p:cNvPr id="20" name="threat-flow-label-3">
            <a:extLst xmlns:a="http://schemas.openxmlformats.org/drawingml/2006/main">
              <a:ext uri="{FF2B5EF4-FFF2-40B4-BE49-F238E27FC236}">
                <a16:creationId xmlns:a16="http://schemas.microsoft.com/office/drawing/2014/main" id="{4AD0F20E-C240-45A1-8EB8-A22E25F00462}"/>
              </a:ext>
            </a:extLst>
          </p:cNvPr>
          <p:cNvSpPr>
            <a:spLocks xmlns:a="http://schemas.openxmlformats.org/drawingml/2006/main" noGrp="1"/>
          </p:cNvSpPr>
          <p:nvPr/>
        </p:nvSpPr>
        <p:spPr>
          <a:xfrm xmlns:a="http://schemas.openxmlformats.org/drawingml/2006/main">
            <a:off x="4267200" y="3609975"/>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00" b="1" i="0">
                <a:solidFill>
                  <a:srgbClr val="FFFFFF"/>
                </a:solidFill>
                <a:latin typeface="LiberationSans"/>
                <a:ea typeface="LiberationSans"/>
                <a:cs typeface="LiberationSans"/>
              </a:defRPr>
            </a:pPr>
            <a:r>
              <a:rPr sz="1200" b="1" i="0">
                <a:solidFill>
                  <a:srgbClr val="FFFFFF"/>
                </a:solidFill>
                <a:latin typeface="LiberationSans"/>
                <a:ea typeface="LiberationSans"/>
                <a:cs typeface="LiberationSans"/>
              </a:rPr>
              <a:t>Notas</a:t>
            </a:r>
          </a:p>
        </p:txBody>
      </p:sp>
      <p:sp>
        <p:nvSpPr>
          <p:cNvPr id="21" name="threat-example-boundary">
            <a:extLst xmlns:a="http://schemas.openxmlformats.org/drawingml/2006/main">
              <a:ext uri="{FF2B5EF4-FFF2-40B4-BE49-F238E27FC236}">
                <a16:creationId xmlns:a16="http://schemas.microsoft.com/office/drawing/2014/main" id="{5A32DF4F-4EFD-4294-9506-CA2F944D2E15}"/>
              </a:ext>
            </a:extLst>
          </p:cNvPr>
          <p:cNvSpPr>
            <a:spLocks xmlns:a="http://schemas.openxmlformats.org/drawingml/2006/main" noGrp="1"/>
          </p:cNvSpPr>
          <p:nvPr/>
        </p:nvSpPr>
        <p:spPr>
          <a:xfrm xmlns:a="http://schemas.openxmlformats.org/drawingml/2006/main">
            <a:off x="990600" y="44958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 b="1" i="0">
                <a:solidFill>
                  <a:srgbClr val="68747F"/>
                </a:solidFill>
                <a:latin typeface="LiberationSans"/>
                <a:ea typeface="LiberationSans"/>
                <a:cs typeface="LiberationSans"/>
              </a:defRPr>
            </a:pPr>
            <a:r>
              <a:rPr sz="1425" b="1" i="0">
                <a:solidFill>
                  <a:srgbClr val="68747F"/>
                </a:solidFill>
                <a:latin typeface="LiberationSans"/>
                <a:ea typeface="LiberationSans"/>
                <a:cs typeface="LiberationSans"/>
              </a:rPr>
              <a:t>El servidor decide si la persona puede ver ese dato. El navegador solo solicita.</a:t>
            </a:r>
          </a:p>
        </p:txBody>
      </p:sp>
      <p:sp>
        <p:nvSpPr>
          <p:cNvPr id="22" name="threat-example-analysis">
            <a:extLst xmlns:a="http://schemas.openxmlformats.org/drawingml/2006/main">
              <a:ext uri="{FF2B5EF4-FFF2-40B4-BE49-F238E27FC236}">
                <a16:creationId xmlns:a16="http://schemas.microsoft.com/office/drawing/2014/main" id="{3182BC26-2F9E-4E94-A798-EED117809CD8}"/>
              </a:ext>
            </a:extLst>
          </p:cNvPr>
          <p:cNvSpPr>
            <a:spLocks xmlns:a="http://schemas.openxmlformats.org/drawingml/2006/main" noGrp="1"/>
          </p:cNvSpPr>
          <p:nvPr/>
        </p:nvSpPr>
        <p:spPr>
          <a:xfrm xmlns:a="http://schemas.openxmlformats.org/drawingml/2006/main">
            <a:off x="6515100" y="2095500"/>
            <a:ext cx="4991100" cy="3143250"/>
          </a:xfrm>
          <a:prstGeom xmlns:a="http://schemas.openxmlformats.org/drawingml/2006/main" prst="rect">
            <a:avLst/>
          </a:prstGeom>
          <a:solidFill xmlns:a="http://schemas.openxmlformats.org/drawingml/2006/main">
            <a:srgbClr val="18324C"/>
          </a:solidFill>
          <a:ln xmlns:a="http://schemas.openxmlformats.org/drawingml/2006/main" w="0">
            <a:solidFill>
              <a:srgbClr val="18324C"/>
            </a:solidFill>
            <a:prstDash val="solid"/>
          </a:ln>
        </p:spPr>
      </p:sp>
      <p:sp>
        <p:nvSpPr>
          <p:cNvPr id="23" name="threat-example-analysis-title">
            <a:extLst xmlns:a="http://schemas.openxmlformats.org/drawingml/2006/main">
              <a:ext uri="{FF2B5EF4-FFF2-40B4-BE49-F238E27FC236}">
                <a16:creationId xmlns:a16="http://schemas.microsoft.com/office/drawing/2014/main" id="{3544FA5F-4C81-4F18-8509-BC71DE388D23}"/>
              </a:ext>
            </a:extLst>
          </p:cNvPr>
          <p:cNvSpPr>
            <a:spLocks xmlns:a="http://schemas.openxmlformats.org/drawingml/2006/main" noGrp="1"/>
          </p:cNvSpPr>
          <p:nvPr/>
        </p:nvSpPr>
        <p:spPr>
          <a:xfrm xmlns:a="http://schemas.openxmlformats.org/drawingml/2006/main">
            <a:off x="6819900" y="23431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i="0">
                <a:solidFill>
                  <a:srgbClr val="FFFFFF"/>
                </a:solidFill>
                <a:latin typeface="LiberationSans"/>
                <a:ea typeface="LiberationSans"/>
                <a:cs typeface="LiberationSans"/>
              </a:defRPr>
            </a:pPr>
            <a:r>
              <a:rPr sz="1725" b="1" i="0">
                <a:solidFill>
                  <a:srgbClr val="FFFFFF"/>
                </a:solidFill>
                <a:latin typeface="LiberationSans"/>
                <a:ea typeface="LiberationSans"/>
                <a:cs typeface="LiberationSans"/>
              </a:rPr>
              <a:t>Riesgo y respuesta</a:t>
            </a:r>
          </a:p>
        </p:txBody>
      </p:sp>
      <p:sp>
        <p:nvSpPr>
          <p:cNvPr id="24" name="threat-row-label-0">
            <a:extLst xmlns:a="http://schemas.openxmlformats.org/drawingml/2006/main">
              <a:ext uri="{FF2B5EF4-FFF2-40B4-BE49-F238E27FC236}">
                <a16:creationId xmlns:a16="http://schemas.microsoft.com/office/drawing/2014/main" id="{A9521DA7-ECF0-41A5-A62F-7C32069670ED}"/>
              </a:ext>
            </a:extLst>
          </p:cNvPr>
          <p:cNvSpPr>
            <a:spLocks xmlns:a="http://schemas.openxmlformats.org/drawingml/2006/main" noGrp="1"/>
          </p:cNvSpPr>
          <p:nvPr/>
        </p:nvSpPr>
        <p:spPr>
          <a:xfrm xmlns:a="http://schemas.openxmlformats.org/drawingml/2006/main">
            <a:off x="6819900" y="28575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C99B2E"/>
                </a:solidFill>
                <a:latin typeface="LiberationSans"/>
                <a:ea typeface="LiberationSans"/>
                <a:cs typeface="LiberationSans"/>
              </a:defRPr>
            </a:pPr>
            <a:r>
              <a:rPr sz="1050" b="1" i="0">
                <a:solidFill>
                  <a:srgbClr val="C99B2E"/>
                </a:solidFill>
                <a:latin typeface="LiberationSans"/>
                <a:ea typeface="LiberationSans"/>
                <a:cs typeface="LiberationSans"/>
              </a:rPr>
              <a:t>Activo</a:t>
            </a:r>
          </a:p>
        </p:txBody>
      </p:sp>
      <p:sp>
        <p:nvSpPr>
          <p:cNvPr id="25" name="threat-row-value-0">
            <a:extLst xmlns:a="http://schemas.openxmlformats.org/drawingml/2006/main">
              <a:ext uri="{FF2B5EF4-FFF2-40B4-BE49-F238E27FC236}">
                <a16:creationId xmlns:a16="http://schemas.microsoft.com/office/drawing/2014/main" id="{3FB2DE5F-0E59-4BD1-A624-CAA0332E76AB}"/>
              </a:ext>
            </a:extLst>
          </p:cNvPr>
          <p:cNvSpPr>
            <a:spLocks xmlns:a="http://schemas.openxmlformats.org/drawingml/2006/main" noGrp="1"/>
          </p:cNvSpPr>
          <p:nvPr/>
        </p:nvSpPr>
        <p:spPr>
          <a:xfrm xmlns:a="http://schemas.openxmlformats.org/drawingml/2006/main">
            <a:off x="8096250" y="2857500"/>
            <a:ext cx="3028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FFFFFF"/>
                </a:solidFill>
                <a:latin typeface="LiberationSans"/>
                <a:ea typeface="LiberationSans"/>
                <a:cs typeface="LiberationSans"/>
              </a:defRPr>
            </a:pPr>
            <a:r>
              <a:rPr sz="1275" b="0" i="0">
                <a:solidFill>
                  <a:srgbClr val="FFFFFF"/>
                </a:solidFill>
                <a:latin typeface="LiberationSans"/>
                <a:ea typeface="LiberationSans"/>
                <a:cs typeface="LiberationSans"/>
              </a:rPr>
              <a:t>Calificaciones del estudiante</a:t>
            </a:r>
          </a:p>
        </p:txBody>
      </p:sp>
      <p:sp>
        <p:nvSpPr>
          <p:cNvPr id="26" name="threat-row-line-0">
            <a:extLst xmlns:a="http://schemas.openxmlformats.org/drawingml/2006/main">
              <a:ext uri="{FF2B5EF4-FFF2-40B4-BE49-F238E27FC236}">
                <a16:creationId xmlns:a16="http://schemas.microsoft.com/office/drawing/2014/main" id="{49447038-F910-45CB-A10B-672E4DDB662D}"/>
              </a:ext>
            </a:extLst>
          </p:cNvPr>
          <p:cNvSpPr>
            <a:spLocks xmlns:a="http://schemas.openxmlformats.org/drawingml/2006/main" noGrp="1"/>
          </p:cNvSpPr>
          <p:nvPr/>
        </p:nvSpPr>
        <p:spPr>
          <a:xfrm xmlns:a="http://schemas.openxmlformats.org/drawingml/2006/main">
            <a:off x="6819900" y="3181350"/>
            <a:ext cx="4057650" cy="0"/>
          </a:xfrm>
          <a:prstGeom xmlns:a="http://schemas.openxmlformats.org/drawingml/2006/main" prst="line">
            <a:avLst/>
          </a:prstGeom>
          <a:noFill xmlns:a="http://schemas.openxmlformats.org/drawingml/2006/main"/>
          <a:ln xmlns:a="http://schemas.openxmlformats.org/drawingml/2006/main" w="9525">
            <a:solidFill>
              <a:srgbClr val="49637A"/>
            </a:solidFill>
            <a:prstDash val="solid"/>
          </a:ln>
        </p:spPr>
      </p:sp>
      <p:sp>
        <p:nvSpPr>
          <p:cNvPr id="27" name="threat-row-label-1">
            <a:extLst xmlns:a="http://schemas.openxmlformats.org/drawingml/2006/main">
              <a:ext uri="{FF2B5EF4-FFF2-40B4-BE49-F238E27FC236}">
                <a16:creationId xmlns:a16="http://schemas.microsoft.com/office/drawing/2014/main" id="{BF5F6D41-A6E0-4A73-B86E-0C020E0C0292}"/>
              </a:ext>
            </a:extLst>
          </p:cNvPr>
          <p:cNvSpPr>
            <a:spLocks xmlns:a="http://schemas.openxmlformats.org/drawingml/2006/main" noGrp="1"/>
          </p:cNvSpPr>
          <p:nvPr/>
        </p:nvSpPr>
        <p:spPr>
          <a:xfrm xmlns:a="http://schemas.openxmlformats.org/drawingml/2006/main">
            <a:off x="6819900" y="3305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C99B2E"/>
                </a:solidFill>
                <a:latin typeface="LiberationSans"/>
                <a:ea typeface="LiberationSans"/>
                <a:cs typeface="LiberationSans"/>
              </a:defRPr>
            </a:pPr>
            <a:r>
              <a:rPr sz="1050" b="1" i="0">
                <a:solidFill>
                  <a:srgbClr val="C99B2E"/>
                </a:solidFill>
                <a:latin typeface="LiberationSans"/>
                <a:ea typeface="LiberationSans"/>
                <a:cs typeface="LiberationSans"/>
              </a:rPr>
              <a:t>Amenaza</a:t>
            </a:r>
          </a:p>
        </p:txBody>
      </p:sp>
      <p:sp>
        <p:nvSpPr>
          <p:cNvPr id="28" name="threat-row-value-1">
            <a:extLst xmlns:a="http://schemas.openxmlformats.org/drawingml/2006/main">
              <a:ext uri="{FF2B5EF4-FFF2-40B4-BE49-F238E27FC236}">
                <a16:creationId xmlns:a16="http://schemas.microsoft.com/office/drawing/2014/main" id="{18E20DD7-FAFD-47B2-9C9A-B485069A2E10}"/>
              </a:ext>
            </a:extLst>
          </p:cNvPr>
          <p:cNvSpPr>
            <a:spLocks xmlns:a="http://schemas.openxmlformats.org/drawingml/2006/main" noGrp="1"/>
          </p:cNvSpPr>
          <p:nvPr/>
        </p:nvSpPr>
        <p:spPr>
          <a:xfrm xmlns:a="http://schemas.openxmlformats.org/drawingml/2006/main">
            <a:off x="8096250" y="3305175"/>
            <a:ext cx="3028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FFFFFF"/>
                </a:solidFill>
                <a:latin typeface="LiberationSans"/>
                <a:ea typeface="LiberationSans"/>
                <a:cs typeface="LiberationSans"/>
              </a:defRPr>
            </a:pPr>
            <a:r>
              <a:rPr sz="1275" b="0" i="0">
                <a:solidFill>
                  <a:srgbClr val="FFFFFF"/>
                </a:solidFill>
                <a:latin typeface="LiberationSans"/>
                <a:ea typeface="LiberationSans"/>
                <a:cs typeface="LiberationSans"/>
              </a:rPr>
              <a:t>Consultar las notas de otra cuenta</a:t>
            </a:r>
          </a:p>
        </p:txBody>
      </p:sp>
      <p:sp>
        <p:nvSpPr>
          <p:cNvPr id="29" name="threat-row-line-1">
            <a:extLst xmlns:a="http://schemas.openxmlformats.org/drawingml/2006/main">
              <a:ext uri="{FF2B5EF4-FFF2-40B4-BE49-F238E27FC236}">
                <a16:creationId xmlns:a16="http://schemas.microsoft.com/office/drawing/2014/main" id="{A37AE3DE-5407-4194-AA3D-40BFA11E5E14}"/>
              </a:ext>
            </a:extLst>
          </p:cNvPr>
          <p:cNvSpPr>
            <a:spLocks xmlns:a="http://schemas.openxmlformats.org/drawingml/2006/main" noGrp="1"/>
          </p:cNvSpPr>
          <p:nvPr/>
        </p:nvSpPr>
        <p:spPr>
          <a:xfrm xmlns:a="http://schemas.openxmlformats.org/drawingml/2006/main">
            <a:off x="6819900" y="3629025"/>
            <a:ext cx="4057650" cy="0"/>
          </a:xfrm>
          <a:prstGeom xmlns:a="http://schemas.openxmlformats.org/drawingml/2006/main" prst="line">
            <a:avLst/>
          </a:prstGeom>
          <a:noFill xmlns:a="http://schemas.openxmlformats.org/drawingml/2006/main"/>
          <a:ln xmlns:a="http://schemas.openxmlformats.org/drawingml/2006/main" w="9525">
            <a:solidFill>
              <a:srgbClr val="49637A"/>
            </a:solidFill>
            <a:prstDash val="solid"/>
          </a:ln>
        </p:spPr>
      </p:sp>
      <p:sp>
        <p:nvSpPr>
          <p:cNvPr id="30" name="threat-row-label-2">
            <a:extLst xmlns:a="http://schemas.openxmlformats.org/drawingml/2006/main">
              <a:ext uri="{FF2B5EF4-FFF2-40B4-BE49-F238E27FC236}">
                <a16:creationId xmlns:a16="http://schemas.microsoft.com/office/drawing/2014/main" id="{55A1803B-C214-44E1-AA9E-3C690FB0A295}"/>
              </a:ext>
            </a:extLst>
          </p:cNvPr>
          <p:cNvSpPr>
            <a:spLocks xmlns:a="http://schemas.openxmlformats.org/drawingml/2006/main" noGrp="1"/>
          </p:cNvSpPr>
          <p:nvPr/>
        </p:nvSpPr>
        <p:spPr>
          <a:xfrm xmlns:a="http://schemas.openxmlformats.org/drawingml/2006/main">
            <a:off x="6819900" y="37528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C99B2E"/>
                </a:solidFill>
                <a:latin typeface="LiberationSans"/>
                <a:ea typeface="LiberationSans"/>
                <a:cs typeface="LiberationSans"/>
              </a:defRPr>
            </a:pPr>
            <a:r>
              <a:rPr sz="1050" b="1" i="0">
                <a:solidFill>
                  <a:srgbClr val="C99B2E"/>
                </a:solidFill>
                <a:latin typeface="LiberationSans"/>
                <a:ea typeface="LiberationSans"/>
                <a:cs typeface="LiberationSans"/>
              </a:rPr>
              <a:t>Vulnerabilidad</a:t>
            </a:r>
          </a:p>
        </p:txBody>
      </p:sp>
      <p:sp>
        <p:nvSpPr>
          <p:cNvPr id="31" name="threat-row-value-2">
            <a:extLst xmlns:a="http://schemas.openxmlformats.org/drawingml/2006/main">
              <a:ext uri="{FF2B5EF4-FFF2-40B4-BE49-F238E27FC236}">
                <a16:creationId xmlns:a16="http://schemas.microsoft.com/office/drawing/2014/main" id="{5D857559-9268-4575-BF36-D07EC93CDD7B}"/>
              </a:ext>
            </a:extLst>
          </p:cNvPr>
          <p:cNvSpPr>
            <a:spLocks xmlns:a="http://schemas.openxmlformats.org/drawingml/2006/main" noGrp="1"/>
          </p:cNvSpPr>
          <p:nvPr/>
        </p:nvSpPr>
        <p:spPr>
          <a:xfrm xmlns:a="http://schemas.openxmlformats.org/drawingml/2006/main">
            <a:off x="8096250" y="3752850"/>
            <a:ext cx="3028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74"/>
          </a:bodyPr>
          <a:lstStyle xmlns:a="http://schemas.openxmlformats.org/drawingml/2006/main"/>
          <a:p xmlns:a="http://schemas.openxmlformats.org/drawingml/2006/main">
            <a:pPr algn="l">
              <a:lnSpc>
                <a:spcPct val="108000"/>
              </a:lnSpc>
              <a:buNone/>
              <a:defRPr sz="1275" b="0" i="0">
                <a:solidFill>
                  <a:srgbClr val="FFFFFF"/>
                </a:solidFill>
                <a:latin typeface="LiberationSans"/>
                <a:ea typeface="LiberationSans"/>
                <a:cs typeface="LiberationSans"/>
              </a:defRPr>
            </a:pPr>
            <a:r>
              <a:rPr sz="1275" b="0" i="0">
                <a:solidFill>
                  <a:srgbClr val="FFFFFF"/>
                </a:solidFill>
                <a:latin typeface="LiberationSans"/>
                <a:ea typeface="LiberationSans"/>
                <a:cs typeface="LiberationSans"/>
              </a:rPr>
              <a:t>Confiar solo en el ID enviado por el cliente</a:t>
            </a:r>
          </a:p>
        </p:txBody>
      </p:sp>
      <p:sp>
        <p:nvSpPr>
          <p:cNvPr id="32" name="threat-row-line-2">
            <a:extLst xmlns:a="http://schemas.openxmlformats.org/drawingml/2006/main">
              <a:ext uri="{FF2B5EF4-FFF2-40B4-BE49-F238E27FC236}">
                <a16:creationId xmlns:a16="http://schemas.microsoft.com/office/drawing/2014/main" id="{94D1941D-A908-46B2-AB48-BF70E9AC442D}"/>
              </a:ext>
            </a:extLst>
          </p:cNvPr>
          <p:cNvSpPr>
            <a:spLocks xmlns:a="http://schemas.openxmlformats.org/drawingml/2006/main" noGrp="1"/>
          </p:cNvSpPr>
          <p:nvPr/>
        </p:nvSpPr>
        <p:spPr>
          <a:xfrm xmlns:a="http://schemas.openxmlformats.org/drawingml/2006/main">
            <a:off x="6819900" y="4076700"/>
            <a:ext cx="4057650" cy="0"/>
          </a:xfrm>
          <a:prstGeom xmlns:a="http://schemas.openxmlformats.org/drawingml/2006/main" prst="line">
            <a:avLst/>
          </a:prstGeom>
          <a:noFill xmlns:a="http://schemas.openxmlformats.org/drawingml/2006/main"/>
          <a:ln xmlns:a="http://schemas.openxmlformats.org/drawingml/2006/main" w="9525">
            <a:solidFill>
              <a:srgbClr val="49637A"/>
            </a:solidFill>
            <a:prstDash val="solid"/>
          </a:ln>
        </p:spPr>
      </p:sp>
      <p:sp>
        <p:nvSpPr>
          <p:cNvPr id="33" name="threat-row-label-3">
            <a:extLst xmlns:a="http://schemas.openxmlformats.org/drawingml/2006/main">
              <a:ext uri="{FF2B5EF4-FFF2-40B4-BE49-F238E27FC236}">
                <a16:creationId xmlns:a16="http://schemas.microsoft.com/office/drawing/2014/main" id="{7FE343D3-F925-4CF5-9F80-AA9A3AE4FAE1}"/>
              </a:ext>
            </a:extLst>
          </p:cNvPr>
          <p:cNvSpPr>
            <a:spLocks xmlns:a="http://schemas.openxmlformats.org/drawingml/2006/main" noGrp="1"/>
          </p:cNvSpPr>
          <p:nvPr/>
        </p:nvSpPr>
        <p:spPr>
          <a:xfrm xmlns:a="http://schemas.openxmlformats.org/drawingml/2006/main">
            <a:off x="6819900" y="42005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C99B2E"/>
                </a:solidFill>
                <a:latin typeface="LiberationSans"/>
                <a:ea typeface="LiberationSans"/>
                <a:cs typeface="LiberationSans"/>
              </a:defRPr>
            </a:pPr>
            <a:r>
              <a:rPr sz="1050" b="1" i="0">
                <a:solidFill>
                  <a:srgbClr val="C99B2E"/>
                </a:solidFill>
                <a:latin typeface="LiberationSans"/>
                <a:ea typeface="LiberationSans"/>
                <a:cs typeface="LiberationSans"/>
              </a:rPr>
              <a:t>Control</a:t>
            </a:r>
          </a:p>
        </p:txBody>
      </p:sp>
      <p:sp>
        <p:nvSpPr>
          <p:cNvPr id="34" name="threat-row-value-3">
            <a:extLst xmlns:a="http://schemas.openxmlformats.org/drawingml/2006/main">
              <a:ext uri="{FF2B5EF4-FFF2-40B4-BE49-F238E27FC236}">
                <a16:creationId xmlns:a16="http://schemas.microsoft.com/office/drawing/2014/main" id="{760B0EF1-81D8-475D-A738-3F8888877BF0}"/>
              </a:ext>
            </a:extLst>
          </p:cNvPr>
          <p:cNvSpPr>
            <a:spLocks xmlns:a="http://schemas.openxmlformats.org/drawingml/2006/main" noGrp="1"/>
          </p:cNvSpPr>
          <p:nvPr/>
        </p:nvSpPr>
        <p:spPr>
          <a:xfrm xmlns:a="http://schemas.openxmlformats.org/drawingml/2006/main">
            <a:off x="8096250" y="4200525"/>
            <a:ext cx="3028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138"/>
          </a:bodyPr>
          <a:lstStyle xmlns:a="http://schemas.openxmlformats.org/drawingml/2006/main"/>
          <a:p xmlns:a="http://schemas.openxmlformats.org/drawingml/2006/main">
            <a:pPr algn="l">
              <a:lnSpc>
                <a:spcPct val="108000"/>
              </a:lnSpc>
              <a:buNone/>
              <a:defRPr sz="1275" b="0" i="0">
                <a:solidFill>
                  <a:srgbClr val="FFFFFF"/>
                </a:solidFill>
                <a:latin typeface="LiberationSans"/>
                <a:ea typeface="LiberationSans"/>
                <a:cs typeface="LiberationSans"/>
              </a:defRPr>
            </a:pPr>
            <a:r>
              <a:rPr sz="1275" b="0" i="0">
                <a:solidFill>
                  <a:srgbClr val="FFFFFF"/>
                </a:solidFill>
                <a:latin typeface="LiberationSans"/>
                <a:ea typeface="LiberationSans"/>
                <a:cs typeface="LiberationSans"/>
              </a:rPr>
              <a:t>Verificar identidad y autorización en el servidor</a:t>
            </a:r>
          </a:p>
        </p:txBody>
      </p:sp>
      <p:sp>
        <p:nvSpPr>
          <p:cNvPr id="35" name="threat-row-line-3">
            <a:extLst xmlns:a="http://schemas.openxmlformats.org/drawingml/2006/main">
              <a:ext uri="{FF2B5EF4-FFF2-40B4-BE49-F238E27FC236}">
                <a16:creationId xmlns:a16="http://schemas.microsoft.com/office/drawing/2014/main" id="{4F9C82A6-5660-4B75-A285-45A0B9959ACE}"/>
              </a:ext>
            </a:extLst>
          </p:cNvPr>
          <p:cNvSpPr>
            <a:spLocks xmlns:a="http://schemas.openxmlformats.org/drawingml/2006/main" noGrp="1"/>
          </p:cNvSpPr>
          <p:nvPr/>
        </p:nvSpPr>
        <p:spPr>
          <a:xfrm xmlns:a="http://schemas.openxmlformats.org/drawingml/2006/main">
            <a:off x="6819900" y="4524375"/>
            <a:ext cx="4057650" cy="0"/>
          </a:xfrm>
          <a:prstGeom xmlns:a="http://schemas.openxmlformats.org/drawingml/2006/main" prst="line">
            <a:avLst/>
          </a:prstGeom>
          <a:noFill xmlns:a="http://schemas.openxmlformats.org/drawingml/2006/main"/>
          <a:ln xmlns:a="http://schemas.openxmlformats.org/drawingml/2006/main" w="9525">
            <a:solidFill>
              <a:srgbClr val="49637A"/>
            </a:solidFill>
            <a:prstDash val="solid"/>
          </a:ln>
        </p:spPr>
      </p:sp>
      <p:sp>
        <p:nvSpPr>
          <p:cNvPr id="36" name="threat-row-label-4">
            <a:extLst xmlns:a="http://schemas.openxmlformats.org/drawingml/2006/main">
              <a:ext uri="{FF2B5EF4-FFF2-40B4-BE49-F238E27FC236}">
                <a16:creationId xmlns:a16="http://schemas.microsoft.com/office/drawing/2014/main" id="{E73CFD9D-59B2-441B-BB10-D798DF1E8A3E}"/>
              </a:ext>
            </a:extLst>
          </p:cNvPr>
          <p:cNvSpPr>
            <a:spLocks xmlns:a="http://schemas.openxmlformats.org/drawingml/2006/main" noGrp="1"/>
          </p:cNvSpPr>
          <p:nvPr/>
        </p:nvSpPr>
        <p:spPr>
          <a:xfrm xmlns:a="http://schemas.openxmlformats.org/drawingml/2006/main">
            <a:off x="6819900" y="46482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C99B2E"/>
                </a:solidFill>
                <a:latin typeface="LiberationSans"/>
                <a:ea typeface="LiberationSans"/>
                <a:cs typeface="LiberationSans"/>
              </a:defRPr>
            </a:pPr>
            <a:r>
              <a:rPr sz="1050" b="1" i="0">
                <a:solidFill>
                  <a:srgbClr val="C99B2E"/>
                </a:solidFill>
                <a:latin typeface="LiberationSans"/>
                <a:ea typeface="LiberationSans"/>
                <a:cs typeface="LiberationSans"/>
              </a:rPr>
              <a:t>Prueba</a:t>
            </a:r>
          </a:p>
        </p:txBody>
      </p:sp>
      <p:sp>
        <p:nvSpPr>
          <p:cNvPr id="37" name="threat-row-value-4">
            <a:extLst xmlns:a="http://schemas.openxmlformats.org/drawingml/2006/main">
              <a:ext uri="{FF2B5EF4-FFF2-40B4-BE49-F238E27FC236}">
                <a16:creationId xmlns:a16="http://schemas.microsoft.com/office/drawing/2014/main" id="{81EDF10E-966C-4CB9-8547-9126FB5B256E}"/>
              </a:ext>
            </a:extLst>
          </p:cNvPr>
          <p:cNvSpPr>
            <a:spLocks xmlns:a="http://schemas.openxmlformats.org/drawingml/2006/main" noGrp="1"/>
          </p:cNvSpPr>
          <p:nvPr/>
        </p:nvSpPr>
        <p:spPr>
          <a:xfrm xmlns:a="http://schemas.openxmlformats.org/drawingml/2006/main">
            <a:off x="8096250" y="4648200"/>
            <a:ext cx="3028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4844"/>
          </a:bodyPr>
          <a:lstStyle xmlns:a="http://schemas.openxmlformats.org/drawingml/2006/main"/>
          <a:p xmlns:a="http://schemas.openxmlformats.org/drawingml/2006/main">
            <a:pPr algn="l">
              <a:lnSpc>
                <a:spcPct val="108000"/>
              </a:lnSpc>
              <a:buNone/>
              <a:defRPr sz="1275" b="0" i="0">
                <a:solidFill>
                  <a:srgbClr val="FFFFFF"/>
                </a:solidFill>
                <a:latin typeface="LiberationSans"/>
                <a:ea typeface="LiberationSans"/>
                <a:cs typeface="LiberationSans"/>
              </a:defRPr>
            </a:pPr>
            <a:r>
              <a:rPr sz="1275" b="0" i="0">
                <a:solidFill>
                  <a:srgbClr val="FFFFFF"/>
                </a:solidFill>
                <a:latin typeface="LiberationSans"/>
                <a:ea typeface="LiberationSans"/>
                <a:cs typeface="LiberationSans"/>
              </a:rPr>
              <a:t>La solicitud ajena se rechaza y no devuelve datos</a:t>
            </a:r>
          </a:p>
        </p:txBody>
      </p:sp>
    </p:spTree>
    <p:extLst>
      <p:ext uri="{BB962C8B-B14F-4D97-AF65-F5344CB8AC3E}">
        <p14:creationId xmlns:p14="http://schemas.microsoft.com/office/powerpoint/2010/main" val="1211153747"/>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5" name="secure-design-kicker">
            <a:extLst xmlns:a="http://schemas.openxmlformats.org/drawingml/2006/main">
              <a:ext uri="{FF2B5EF4-FFF2-40B4-BE49-F238E27FC236}">
                <a16:creationId xmlns:a16="http://schemas.microsoft.com/office/drawing/2014/main" id="{C6C7F1E2-A900-4463-8A4C-9BB7E7A11734}"/>
              </a:ext>
            </a:extLst>
          </p:cNvPr>
          <p:cNvSpPr>
            <a:spLocks xmlns:a="http://schemas.openxmlformats.org/drawingml/2006/main" noGrp="1"/>
          </p:cNvSpPr>
          <p:nvPr/>
        </p:nvSpPr>
        <p:spPr>
          <a:xfrm xmlns:a="http://schemas.openxmlformats.org/drawingml/2006/main">
            <a:off x="685800" y="4000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i="0">
                <a:solidFill>
                  <a:srgbClr val="C99B2E"/>
                </a:solidFill>
                <a:latin typeface="LiberationSans"/>
                <a:ea typeface="LiberationSans"/>
                <a:cs typeface="LiberationSans"/>
              </a:defRPr>
            </a:pPr>
            <a:r>
              <a:rPr sz="1125" b="1" i="0">
                <a:solidFill>
                  <a:srgbClr val="C99B2E"/>
                </a:solidFill>
                <a:latin typeface="LiberationSans"/>
                <a:ea typeface="LiberationSans"/>
                <a:cs typeface="LiberationSans"/>
              </a:rPr>
              <a:t>DISEÑO SEGURO DE SOFTWARE</a:t>
            </a:r>
          </a:p>
        </p:txBody>
      </p:sp>
      <p:sp>
        <p:nvSpPr>
          <p:cNvPr id="2" name="secure-design-title">
            <a:extLst xmlns:a="http://schemas.openxmlformats.org/drawingml/2006/main">
              <a:ext uri="{FF2B5EF4-FFF2-40B4-BE49-F238E27FC236}">
                <a16:creationId xmlns:a16="http://schemas.microsoft.com/office/drawing/2014/main" id="{DD79638D-0122-48C5-B736-12679B0F9275}"/>
              </a:ext>
            </a:extLst>
          </p:cNvPr>
          <p:cNvSpPr>
            <a:spLocks xmlns:a="http://schemas.openxmlformats.org/drawingml/2006/main" noGrp="1"/>
          </p:cNvSpPr>
          <p:nvPr/>
        </p:nvSpPr>
        <p:spPr>
          <a:xfrm xmlns:a="http://schemas.openxmlformats.org/drawingml/2006/main">
            <a:off x="685800" y="685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150" b="1" i="0">
                <a:solidFill>
                  <a:srgbClr val="1C3854"/>
                </a:solidFill>
                <a:latin typeface="LiberationSans"/>
                <a:ea typeface="LiberationSans"/>
                <a:cs typeface="LiberationSans"/>
              </a:defRPr>
            </a:pPr>
            <a:r>
              <a:rPr sz="3150" b="1" i="0">
                <a:solidFill>
                  <a:srgbClr val="1C3854"/>
                </a:solidFill>
                <a:latin typeface="LiberationSans"/>
                <a:ea typeface="LiberationSans"/>
                <a:cs typeface="LiberationSans"/>
              </a:rPr>
              <a:t>La seguridad se decide antes de escribir el código</a:t>
            </a:r>
          </a:p>
        </p:txBody>
      </p:sp>
      <p:sp>
        <p:nvSpPr>
          <p:cNvPr id="3" name="secure-design-rule">
            <a:extLst xmlns:a="http://schemas.openxmlformats.org/drawingml/2006/main">
              <a:ext uri="{FF2B5EF4-FFF2-40B4-BE49-F238E27FC236}">
                <a16:creationId xmlns:a16="http://schemas.microsoft.com/office/drawing/2014/main" id="{C100FDB1-6B77-4E01-A2A6-4B175D052984}"/>
              </a:ext>
            </a:extLst>
          </p:cNvPr>
          <p:cNvSpPr>
            <a:spLocks xmlns:a="http://schemas.openxmlformats.org/drawingml/2006/main" noGrp="1"/>
          </p:cNvSpPr>
          <p:nvPr/>
        </p:nvSpPr>
        <p:spPr>
          <a:xfrm xmlns:a="http://schemas.openxmlformats.org/drawingml/2006/main">
            <a:off x="685800" y="1323975"/>
            <a:ext cx="1104900" cy="47625"/>
          </a:xfrm>
          <a:prstGeom xmlns:a="http://schemas.openxmlformats.org/drawingml/2006/main" prst="rect">
            <a:avLst/>
          </a:prstGeom>
          <a:solidFill xmlns:a="http://schemas.openxmlformats.org/drawingml/2006/main">
            <a:srgbClr val="C99B2E"/>
          </a:solidFill>
          <a:ln xmlns:a="http://schemas.openxmlformats.org/drawingml/2006/main" w="0">
            <a:solidFill>
              <a:srgbClr val="C99B2E"/>
            </a:solidFill>
            <a:prstDash val="solid"/>
          </a:ln>
        </p:spPr>
      </p:sp>
      <p:sp>
        <p:nvSpPr>
          <p:cNvPr id="4" name="secure-design-subtitle">
            <a:extLst xmlns:a="http://schemas.openxmlformats.org/drawingml/2006/main">
              <a:ext uri="{FF2B5EF4-FFF2-40B4-BE49-F238E27FC236}">
                <a16:creationId xmlns:a16="http://schemas.microsoft.com/office/drawing/2014/main" id="{390AA514-5627-4622-8B03-67FBE806C682}"/>
              </a:ext>
            </a:extLst>
          </p:cNvPr>
          <p:cNvSpPr>
            <a:spLocks xmlns:a="http://schemas.openxmlformats.org/drawingml/2006/main" noGrp="1"/>
          </p:cNvSpPr>
          <p:nvPr/>
        </p:nvSpPr>
        <p:spPr>
          <a:xfrm xmlns:a="http://schemas.openxmlformats.org/drawingml/2006/main">
            <a:off x="685800" y="15049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68747F"/>
                </a:solidFill>
                <a:latin typeface="LiberationSans"/>
                <a:ea typeface="LiberationSans"/>
                <a:cs typeface="LiberationSans"/>
              </a:defRPr>
            </a:pPr>
            <a:r>
              <a:rPr sz="1500" b="0" i="0">
                <a:solidFill>
                  <a:srgbClr val="68747F"/>
                </a:solidFill>
                <a:latin typeface="LiberationSans"/>
                <a:ea typeface="LiberationSans"/>
                <a:cs typeface="LiberationSans"/>
              </a:rPr>
              <a:t>Los controles funcionan mejor cuando forman parte de los requisitos, la arquitectura y los contratos entre componentes.</a:t>
            </a:r>
          </a:p>
        </p:txBody>
      </p:sp>
      <p:sp>
        <p:nvSpPr>
          <p:cNvPr id="5" name="footer-band-8">
            <a:extLst xmlns:a="http://schemas.openxmlformats.org/drawingml/2006/main">
              <a:ext uri="{FF2B5EF4-FFF2-40B4-BE49-F238E27FC236}">
                <a16:creationId xmlns:a16="http://schemas.microsoft.com/office/drawing/2014/main" id="{8E1345A7-7B74-45D1-B64A-4DDE885417C2}"/>
              </a:ext>
            </a:extLst>
          </p:cNvPr>
          <p:cNvSpPr>
            <a:spLocks xmlns:a="http://schemas.openxmlformats.org/drawingml/2006/main" noGrp="1"/>
          </p:cNvSpPr>
          <p:nvPr/>
        </p:nvSpPr>
        <p:spPr>
          <a:xfrm xmlns:a="http://schemas.openxmlformats.org/drawingml/2006/main">
            <a:off x="0" y="6705600"/>
            <a:ext cx="12192000" cy="152400"/>
          </a:xfrm>
          <a:prstGeom xmlns:a="http://schemas.openxmlformats.org/drawingml/2006/main" prst="rect">
            <a:avLst/>
          </a:prstGeom>
          <a:solidFill xmlns:a="http://schemas.openxmlformats.org/drawingml/2006/main">
            <a:srgbClr val="18324C"/>
          </a:solidFill>
          <a:ln xmlns:a="http://schemas.openxmlformats.org/drawingml/2006/main" w="0">
            <a:solidFill>
              <a:srgbClr val="18324C"/>
            </a:solidFill>
            <a:prstDash val="solid"/>
          </a:ln>
        </p:spPr>
      </p:sp>
      <p:sp>
        <p:nvSpPr>
          <p:cNvPr id="6" name="footer-label-8">
            <a:extLst xmlns:a="http://schemas.openxmlformats.org/drawingml/2006/main">
              <a:ext uri="{FF2B5EF4-FFF2-40B4-BE49-F238E27FC236}">
                <a16:creationId xmlns:a16="http://schemas.microsoft.com/office/drawing/2014/main" id="{6CB73F84-73CE-4DA7-BB97-0AA959FEFBFA}"/>
              </a:ext>
            </a:extLst>
          </p:cNvPr>
          <p:cNvSpPr>
            <a:spLocks xmlns:a="http://schemas.openxmlformats.org/drawingml/2006/main" noGrp="1"/>
          </p:cNvSpPr>
          <p:nvPr/>
        </p:nvSpPr>
        <p:spPr>
          <a:xfrm xmlns:a="http://schemas.openxmlformats.org/drawingml/2006/main">
            <a:off x="685800" y="64293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75" b="0" i="0">
                <a:solidFill>
                  <a:srgbClr val="68747F"/>
                </a:solidFill>
                <a:latin typeface="LiberationSans"/>
                <a:ea typeface="LiberationSans"/>
                <a:cs typeface="LiberationSans"/>
              </a:defRPr>
            </a:pPr>
            <a:r>
              <a:rPr sz="975" b="0" i="0">
                <a:solidFill>
                  <a:srgbClr val="68747F"/>
                </a:solidFill>
                <a:latin typeface="LiberationSans"/>
                <a:ea typeface="LiberationSans"/>
                <a:cs typeface="LiberationSans"/>
              </a:rPr>
              <a:t>ANÁLISIS Y DISEÑO DE SISTEMAS 2</a:t>
            </a:r>
          </a:p>
        </p:txBody>
      </p:sp>
      <p:sp>
        <p:nvSpPr>
          <p:cNvPr id="7" name="footer-number-8">
            <a:extLst xmlns:a="http://schemas.openxmlformats.org/drawingml/2006/main">
              <a:ext uri="{FF2B5EF4-FFF2-40B4-BE49-F238E27FC236}">
                <a16:creationId xmlns:a16="http://schemas.microsoft.com/office/drawing/2014/main" id="{B9C27D4A-BE74-4C72-8E15-876AB662B865}"/>
              </a:ext>
            </a:extLst>
          </p:cNvPr>
          <p:cNvSpPr>
            <a:spLocks xmlns:a="http://schemas.openxmlformats.org/drawingml/2006/main" noGrp="1"/>
          </p:cNvSpPr>
          <p:nvPr/>
        </p:nvSpPr>
        <p:spPr>
          <a:xfrm xmlns:a="http://schemas.openxmlformats.org/drawingml/2006/main">
            <a:off x="11049000" y="642937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i="0">
                <a:solidFill>
                  <a:srgbClr val="1C3854"/>
                </a:solidFill>
                <a:latin typeface="LiberationSans"/>
                <a:ea typeface="LiberationSans"/>
                <a:cs typeface="LiberationSans"/>
              </a:defRPr>
            </a:pPr>
            <a:r>
              <a:rPr sz="1050" b="1" i="0">
                <a:solidFill>
                  <a:srgbClr val="1C3854"/>
                </a:solidFill>
                <a:latin typeface="LiberationSans"/>
                <a:ea typeface="LiberationSans"/>
                <a:cs typeface="LiberationSans"/>
              </a:rPr>
              <a:t>08</a:t>
            </a:r>
          </a:p>
        </p:txBody>
      </p:sp>
      <p:sp>
        <p:nvSpPr>
          <p:cNvPr id="8" name="secure-design-link">
            <a:extLst xmlns:a="http://schemas.openxmlformats.org/drawingml/2006/main">
              <a:ext uri="{FF2B5EF4-FFF2-40B4-BE49-F238E27FC236}">
                <a16:creationId xmlns:a16="http://schemas.microsoft.com/office/drawing/2014/main" id="{C36393F1-6CDB-41B4-B887-2D87B7F8563A}"/>
              </a:ext>
            </a:extLst>
          </p:cNvPr>
          <p:cNvSpPr>
            <a:spLocks xmlns:a="http://schemas.openxmlformats.org/drawingml/2006/main" noGrp="1"/>
          </p:cNvSpPr>
          <p:nvPr/>
        </p:nvSpPr>
        <p:spPr>
          <a:xfrm xmlns:a="http://schemas.openxmlformats.org/drawingml/2006/main">
            <a:off x="685800" y="20764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580"/>
          </a:bodyPr>
          <a:lstStyle xmlns:a="http://schemas.openxmlformats.org/drawingml/2006/main"/>
          <a:p xmlns:a="http://schemas.openxmlformats.org/drawingml/2006/main">
            <a:pPr algn="l">
              <a:lnSpc>
                <a:spcPct val="102000"/>
              </a:lnSpc>
              <a:buNone/>
              <a:defRPr sz="1725" b="1" i="0">
                <a:solidFill>
                  <a:srgbClr val="1C3854"/>
                </a:solidFill>
                <a:latin typeface="LiberationSans"/>
                <a:ea typeface="LiberationSans"/>
                <a:cs typeface="LiberationSans"/>
              </a:defRPr>
            </a:pPr>
            <a:r>
              <a:rPr sz="1725" b="1" i="0">
                <a:solidFill>
                  <a:srgbClr val="1C3854"/>
                </a:solidFill>
                <a:latin typeface="LiberationSans"/>
                <a:ea typeface="LiberationSans"/>
                <a:cs typeface="LiberationSans"/>
              </a:rPr>
              <a:t>Así como SRP separa responsabilidades, un diseño seguro separa permisos y limita el daño de cada componente.</a:t>
            </a:r>
          </a:p>
        </p:txBody>
      </p:sp>
      <p:sp>
        <p:nvSpPr>
          <p:cNvPr id="9" name="secure-principle-0">
            <a:extLst xmlns:a="http://schemas.openxmlformats.org/drawingml/2006/main">
              <a:ext uri="{FF2B5EF4-FFF2-40B4-BE49-F238E27FC236}">
                <a16:creationId xmlns:a16="http://schemas.microsoft.com/office/drawing/2014/main" id="{6D38006B-5F42-4210-8005-602B95E46A8E}"/>
              </a:ext>
            </a:extLst>
          </p:cNvPr>
          <p:cNvSpPr>
            <a:spLocks xmlns:a="http://schemas.openxmlformats.org/drawingml/2006/main" noGrp="1"/>
          </p:cNvSpPr>
          <p:nvPr/>
        </p:nvSpPr>
        <p:spPr>
          <a:xfrm xmlns:a="http://schemas.openxmlformats.org/drawingml/2006/main">
            <a:off x="685800" y="2990850"/>
            <a:ext cx="5181600" cy="1066800"/>
          </a:xfrm>
          <a:prstGeom xmlns:a="http://schemas.openxmlformats.org/drawingml/2006/main" prst="rect">
            <a:avLst/>
          </a:prstGeom>
          <a:solidFill xmlns:a="http://schemas.openxmlformats.org/drawingml/2006/main">
            <a:srgbClr val="EAF3FA"/>
          </a:solidFill>
          <a:ln xmlns:a="http://schemas.openxmlformats.org/drawingml/2006/main" w="0">
            <a:solidFill>
              <a:srgbClr val="EAF3FA"/>
            </a:solidFill>
            <a:prstDash val="solid"/>
          </a:ln>
        </p:spPr>
      </p:sp>
      <p:sp>
        <p:nvSpPr>
          <p:cNvPr id="10" name="secure-principle-number-0">
            <a:extLst xmlns:a="http://schemas.openxmlformats.org/drawingml/2006/main">
              <a:ext uri="{FF2B5EF4-FFF2-40B4-BE49-F238E27FC236}">
                <a16:creationId xmlns:a16="http://schemas.microsoft.com/office/drawing/2014/main" id="{8E555C46-0F27-42B5-B11E-B8397E36A8EA}"/>
              </a:ext>
            </a:extLst>
          </p:cNvPr>
          <p:cNvSpPr>
            <a:spLocks xmlns:a="http://schemas.openxmlformats.org/drawingml/2006/main" noGrp="1"/>
          </p:cNvSpPr>
          <p:nvPr/>
        </p:nvSpPr>
        <p:spPr>
          <a:xfrm xmlns:a="http://schemas.openxmlformats.org/drawingml/2006/main">
            <a:off x="895350" y="31813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F27732"/>
                </a:solidFill>
                <a:latin typeface="LiberationSans"/>
                <a:ea typeface="LiberationSans"/>
                <a:cs typeface="LiberationSans"/>
              </a:defRPr>
            </a:pPr>
            <a:r>
              <a:rPr sz="1275" b="1" i="0">
                <a:solidFill>
                  <a:srgbClr val="F27732"/>
                </a:solidFill>
                <a:latin typeface="LiberationSans"/>
                <a:ea typeface="LiberationSans"/>
                <a:cs typeface="LiberationSans"/>
              </a:rPr>
              <a:t>01</a:t>
            </a:r>
          </a:p>
        </p:txBody>
      </p:sp>
      <p:sp>
        <p:nvSpPr>
          <p:cNvPr id="11" name="secure-principle-title-0">
            <a:extLst xmlns:a="http://schemas.openxmlformats.org/drawingml/2006/main">
              <a:ext uri="{FF2B5EF4-FFF2-40B4-BE49-F238E27FC236}">
                <a16:creationId xmlns:a16="http://schemas.microsoft.com/office/drawing/2014/main" id="{0A9B66B0-88C3-47C6-A608-E0CC0EAC1723}"/>
              </a:ext>
            </a:extLst>
          </p:cNvPr>
          <p:cNvSpPr>
            <a:spLocks xmlns:a="http://schemas.openxmlformats.org/drawingml/2006/main" noGrp="1"/>
          </p:cNvSpPr>
          <p:nvPr/>
        </p:nvSpPr>
        <p:spPr>
          <a:xfrm xmlns:a="http://schemas.openxmlformats.org/drawingml/2006/main">
            <a:off x="1524000" y="3162300"/>
            <a:ext cx="3962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04"/>
          </a:bodyPr>
          <a:lstStyle xmlns:a="http://schemas.openxmlformats.org/drawingml/2006/main"/>
          <a:p xmlns:a="http://schemas.openxmlformats.org/drawingml/2006/main">
            <a:pPr algn="l">
              <a:lnSpc>
                <a:spcPct val="108000"/>
              </a:lnSpc>
              <a:buNone/>
              <a:defRPr sz="1650" b="1" i="0">
                <a:solidFill>
                  <a:srgbClr val="1C3854"/>
                </a:solidFill>
                <a:latin typeface="LiberationSans"/>
                <a:ea typeface="LiberationSans"/>
                <a:cs typeface="LiberationSans"/>
              </a:defRPr>
            </a:pPr>
            <a:r>
              <a:rPr sz="1650" b="1" i="0">
                <a:solidFill>
                  <a:srgbClr val="1C3854"/>
                </a:solidFill>
                <a:latin typeface="LiberationSans"/>
                <a:ea typeface="LiberationSans"/>
                <a:cs typeface="LiberationSans"/>
              </a:rPr>
              <a:t>Privilegio mínimo</a:t>
            </a:r>
          </a:p>
        </p:txBody>
      </p:sp>
      <p:sp>
        <p:nvSpPr>
          <p:cNvPr id="12" name="secure-principle-description-0">
            <a:extLst xmlns:a="http://schemas.openxmlformats.org/drawingml/2006/main">
              <a:ext uri="{FF2B5EF4-FFF2-40B4-BE49-F238E27FC236}">
                <a16:creationId xmlns:a16="http://schemas.microsoft.com/office/drawing/2014/main" id="{AC389581-B0AD-4291-B638-BB83BA111285}"/>
              </a:ext>
            </a:extLst>
          </p:cNvPr>
          <p:cNvSpPr>
            <a:spLocks xmlns:a="http://schemas.openxmlformats.org/drawingml/2006/main" noGrp="1"/>
          </p:cNvSpPr>
          <p:nvPr/>
        </p:nvSpPr>
        <p:spPr>
          <a:xfrm xmlns:a="http://schemas.openxmlformats.org/drawingml/2006/main">
            <a:off x="1524000" y="350520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786"/>
          </a:bodyPr>
          <a:lstStyle xmlns:a="http://schemas.openxmlformats.org/drawingml/2006/main"/>
          <a:p xmlns:a="http://schemas.openxmlformats.org/drawingml/2006/main">
            <a:pPr algn="l">
              <a:lnSpc>
                <a:spcPct val="104000"/>
              </a:lnSpc>
              <a:buNone/>
              <a:defRPr sz="1350" b="0" i="0">
                <a:solidFill>
                  <a:srgbClr val="292F35"/>
                </a:solidFill>
                <a:latin typeface="LiberationSans"/>
                <a:ea typeface="LiberationSans"/>
                <a:cs typeface="LiberationSans"/>
              </a:defRPr>
            </a:pPr>
            <a:r>
              <a:rPr sz="1350" b="0" i="0">
                <a:solidFill>
                  <a:srgbClr val="292F35"/>
                </a:solidFill>
                <a:latin typeface="LiberationSans"/>
                <a:ea typeface="LiberationSans"/>
                <a:cs typeface="LiberationSans"/>
              </a:rPr>
              <a:t>Cada componente recibe solo el acceso que necesita.</a:t>
            </a:r>
          </a:p>
        </p:txBody>
      </p:sp>
      <p:sp>
        <p:nvSpPr>
          <p:cNvPr id="13" name="secure-principle-1">
            <a:extLst xmlns:a="http://schemas.openxmlformats.org/drawingml/2006/main">
              <a:ext uri="{FF2B5EF4-FFF2-40B4-BE49-F238E27FC236}">
                <a16:creationId xmlns:a16="http://schemas.microsoft.com/office/drawing/2014/main" id="{A8BEDE63-979F-4ED7-9B92-9309BFCE094F}"/>
              </a:ext>
            </a:extLst>
          </p:cNvPr>
          <p:cNvSpPr>
            <a:spLocks xmlns:a="http://schemas.openxmlformats.org/drawingml/2006/main" noGrp="1"/>
          </p:cNvSpPr>
          <p:nvPr/>
        </p:nvSpPr>
        <p:spPr>
          <a:xfrm xmlns:a="http://schemas.openxmlformats.org/drawingml/2006/main">
            <a:off x="6324600" y="2990850"/>
            <a:ext cx="5181600" cy="1066800"/>
          </a:xfrm>
          <a:prstGeom xmlns:a="http://schemas.openxmlformats.org/drawingml/2006/main" prst="rect">
            <a:avLst/>
          </a:prstGeom>
          <a:solidFill xmlns:a="http://schemas.openxmlformats.org/drawingml/2006/main">
            <a:srgbClr val="F8F1E2"/>
          </a:solidFill>
          <a:ln xmlns:a="http://schemas.openxmlformats.org/drawingml/2006/main" w="0">
            <a:solidFill>
              <a:srgbClr val="F8F1E2"/>
            </a:solidFill>
            <a:prstDash val="solid"/>
          </a:ln>
        </p:spPr>
      </p:sp>
      <p:sp>
        <p:nvSpPr>
          <p:cNvPr id="14" name="secure-principle-number-1">
            <a:extLst xmlns:a="http://schemas.openxmlformats.org/drawingml/2006/main">
              <a:ext uri="{FF2B5EF4-FFF2-40B4-BE49-F238E27FC236}">
                <a16:creationId xmlns:a16="http://schemas.microsoft.com/office/drawing/2014/main" id="{DE01810B-F8F9-47A5-A5EC-4856F5873A24}"/>
              </a:ext>
            </a:extLst>
          </p:cNvPr>
          <p:cNvSpPr>
            <a:spLocks xmlns:a="http://schemas.openxmlformats.org/drawingml/2006/main" noGrp="1"/>
          </p:cNvSpPr>
          <p:nvPr/>
        </p:nvSpPr>
        <p:spPr>
          <a:xfrm xmlns:a="http://schemas.openxmlformats.org/drawingml/2006/main">
            <a:off x="6534150" y="31813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F27732"/>
                </a:solidFill>
                <a:latin typeface="LiberationSans"/>
                <a:ea typeface="LiberationSans"/>
                <a:cs typeface="LiberationSans"/>
              </a:defRPr>
            </a:pPr>
            <a:r>
              <a:rPr sz="1275" b="1" i="0">
                <a:solidFill>
                  <a:srgbClr val="F27732"/>
                </a:solidFill>
                <a:latin typeface="LiberationSans"/>
                <a:ea typeface="LiberationSans"/>
                <a:cs typeface="LiberationSans"/>
              </a:rPr>
              <a:t>02</a:t>
            </a:r>
          </a:p>
        </p:txBody>
      </p:sp>
      <p:sp>
        <p:nvSpPr>
          <p:cNvPr id="15" name="secure-principle-title-1">
            <a:extLst xmlns:a="http://schemas.openxmlformats.org/drawingml/2006/main">
              <a:ext uri="{FF2B5EF4-FFF2-40B4-BE49-F238E27FC236}">
                <a16:creationId xmlns:a16="http://schemas.microsoft.com/office/drawing/2014/main" id="{4F6306B4-F543-469D-A9C3-82C900A1D591}"/>
              </a:ext>
            </a:extLst>
          </p:cNvPr>
          <p:cNvSpPr>
            <a:spLocks xmlns:a="http://schemas.openxmlformats.org/drawingml/2006/main" noGrp="1"/>
          </p:cNvSpPr>
          <p:nvPr/>
        </p:nvSpPr>
        <p:spPr>
          <a:xfrm xmlns:a="http://schemas.openxmlformats.org/drawingml/2006/main">
            <a:off x="7162800" y="3162300"/>
            <a:ext cx="3962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04"/>
          </a:bodyPr>
          <a:lstStyle xmlns:a="http://schemas.openxmlformats.org/drawingml/2006/main"/>
          <a:p xmlns:a="http://schemas.openxmlformats.org/drawingml/2006/main">
            <a:pPr algn="l">
              <a:lnSpc>
                <a:spcPct val="108000"/>
              </a:lnSpc>
              <a:buNone/>
              <a:defRPr sz="1650" b="1" i="0">
                <a:solidFill>
                  <a:srgbClr val="1C3854"/>
                </a:solidFill>
                <a:latin typeface="LiberationSans"/>
                <a:ea typeface="LiberationSans"/>
                <a:cs typeface="LiberationSans"/>
              </a:defRPr>
            </a:pPr>
            <a:r>
              <a:rPr sz="1650" b="1" i="0">
                <a:solidFill>
                  <a:srgbClr val="1C3854"/>
                </a:solidFill>
                <a:latin typeface="LiberationSans"/>
                <a:ea typeface="LiberationSans"/>
                <a:cs typeface="LiberationSans"/>
              </a:rPr>
              <a:t>Valores seguros por defecto</a:t>
            </a:r>
          </a:p>
        </p:txBody>
      </p:sp>
      <p:sp>
        <p:nvSpPr>
          <p:cNvPr id="16" name="secure-principle-description-1">
            <a:extLst xmlns:a="http://schemas.openxmlformats.org/drawingml/2006/main">
              <a:ext uri="{FF2B5EF4-FFF2-40B4-BE49-F238E27FC236}">
                <a16:creationId xmlns:a16="http://schemas.microsoft.com/office/drawing/2014/main" id="{BD3F9AC9-D983-4794-9B79-7356A48C59BF}"/>
              </a:ext>
            </a:extLst>
          </p:cNvPr>
          <p:cNvSpPr>
            <a:spLocks xmlns:a="http://schemas.openxmlformats.org/drawingml/2006/main" noGrp="1"/>
          </p:cNvSpPr>
          <p:nvPr/>
        </p:nvSpPr>
        <p:spPr>
          <a:xfrm xmlns:a="http://schemas.openxmlformats.org/drawingml/2006/main">
            <a:off x="7162800" y="350520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031"/>
          </a:bodyPr>
          <a:lstStyle xmlns:a="http://schemas.openxmlformats.org/drawingml/2006/main"/>
          <a:p xmlns:a="http://schemas.openxmlformats.org/drawingml/2006/main">
            <a:pPr algn="l">
              <a:lnSpc>
                <a:spcPct val="104000"/>
              </a:lnSpc>
              <a:buNone/>
              <a:defRPr sz="1350" b="0" i="0">
                <a:solidFill>
                  <a:srgbClr val="292F35"/>
                </a:solidFill>
                <a:latin typeface="LiberationSans"/>
                <a:ea typeface="LiberationSans"/>
                <a:cs typeface="LiberationSans"/>
              </a:defRPr>
            </a:pPr>
            <a:r>
              <a:rPr sz="1350" b="0" i="0">
                <a:solidFill>
                  <a:srgbClr val="292F35"/>
                </a:solidFill>
                <a:latin typeface="LiberationSans"/>
                <a:ea typeface="LiberationSans"/>
                <a:cs typeface="LiberationSans"/>
              </a:rPr>
              <a:t>La configuración inicial protege, aunque alguien olvide cambiarla.</a:t>
            </a:r>
          </a:p>
        </p:txBody>
      </p:sp>
      <p:sp>
        <p:nvSpPr>
          <p:cNvPr id="17" name="secure-principle-2">
            <a:extLst xmlns:a="http://schemas.openxmlformats.org/drawingml/2006/main">
              <a:ext uri="{FF2B5EF4-FFF2-40B4-BE49-F238E27FC236}">
                <a16:creationId xmlns:a16="http://schemas.microsoft.com/office/drawing/2014/main" id="{955389EF-831B-4ADF-8929-74C4AAB3E962}"/>
              </a:ext>
            </a:extLst>
          </p:cNvPr>
          <p:cNvSpPr>
            <a:spLocks xmlns:a="http://schemas.openxmlformats.org/drawingml/2006/main" noGrp="1"/>
          </p:cNvSpPr>
          <p:nvPr/>
        </p:nvSpPr>
        <p:spPr>
          <a:xfrm xmlns:a="http://schemas.openxmlformats.org/drawingml/2006/main">
            <a:off x="685800" y="4457700"/>
            <a:ext cx="5181600" cy="1066800"/>
          </a:xfrm>
          <a:prstGeom xmlns:a="http://schemas.openxmlformats.org/drawingml/2006/main" prst="rect">
            <a:avLst/>
          </a:prstGeom>
          <a:solidFill xmlns:a="http://schemas.openxmlformats.org/drawingml/2006/main">
            <a:srgbClr val="FCEBE3"/>
          </a:solidFill>
          <a:ln xmlns:a="http://schemas.openxmlformats.org/drawingml/2006/main" w="0">
            <a:solidFill>
              <a:srgbClr val="FCEBE3"/>
            </a:solidFill>
            <a:prstDash val="solid"/>
          </a:ln>
        </p:spPr>
      </p:sp>
      <p:sp>
        <p:nvSpPr>
          <p:cNvPr id="18" name="secure-principle-number-2">
            <a:extLst xmlns:a="http://schemas.openxmlformats.org/drawingml/2006/main">
              <a:ext uri="{FF2B5EF4-FFF2-40B4-BE49-F238E27FC236}">
                <a16:creationId xmlns:a16="http://schemas.microsoft.com/office/drawing/2014/main" id="{18D34A39-4B74-458A-B5F4-FD4AC5CC2420}"/>
              </a:ext>
            </a:extLst>
          </p:cNvPr>
          <p:cNvSpPr>
            <a:spLocks xmlns:a="http://schemas.openxmlformats.org/drawingml/2006/main" noGrp="1"/>
          </p:cNvSpPr>
          <p:nvPr/>
        </p:nvSpPr>
        <p:spPr>
          <a:xfrm xmlns:a="http://schemas.openxmlformats.org/drawingml/2006/main">
            <a:off x="895350" y="46482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F27732"/>
                </a:solidFill>
                <a:latin typeface="LiberationSans"/>
                <a:ea typeface="LiberationSans"/>
                <a:cs typeface="LiberationSans"/>
              </a:defRPr>
            </a:pPr>
            <a:r>
              <a:rPr sz="1275" b="1" i="0">
                <a:solidFill>
                  <a:srgbClr val="F27732"/>
                </a:solidFill>
                <a:latin typeface="LiberationSans"/>
                <a:ea typeface="LiberationSans"/>
                <a:cs typeface="LiberationSans"/>
              </a:rPr>
              <a:t>03</a:t>
            </a:r>
          </a:p>
        </p:txBody>
      </p:sp>
      <p:sp>
        <p:nvSpPr>
          <p:cNvPr id="19" name="secure-principle-title-2">
            <a:extLst xmlns:a="http://schemas.openxmlformats.org/drawingml/2006/main">
              <a:ext uri="{FF2B5EF4-FFF2-40B4-BE49-F238E27FC236}">
                <a16:creationId xmlns:a16="http://schemas.microsoft.com/office/drawing/2014/main" id="{5C7D7792-3575-44C6-AA51-A79847B9AAC3}"/>
              </a:ext>
            </a:extLst>
          </p:cNvPr>
          <p:cNvSpPr>
            <a:spLocks xmlns:a="http://schemas.openxmlformats.org/drawingml/2006/main" noGrp="1"/>
          </p:cNvSpPr>
          <p:nvPr/>
        </p:nvSpPr>
        <p:spPr>
          <a:xfrm xmlns:a="http://schemas.openxmlformats.org/drawingml/2006/main">
            <a:off x="1524000" y="4629150"/>
            <a:ext cx="3962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04"/>
          </a:bodyPr>
          <a:lstStyle xmlns:a="http://schemas.openxmlformats.org/drawingml/2006/main"/>
          <a:p xmlns:a="http://schemas.openxmlformats.org/drawingml/2006/main">
            <a:pPr algn="l">
              <a:lnSpc>
                <a:spcPct val="108000"/>
              </a:lnSpc>
              <a:buNone/>
              <a:defRPr sz="1650" b="1" i="0">
                <a:solidFill>
                  <a:srgbClr val="1C3854"/>
                </a:solidFill>
                <a:latin typeface="LiberationSans"/>
                <a:ea typeface="LiberationSans"/>
                <a:cs typeface="LiberationSans"/>
              </a:defRPr>
            </a:pPr>
            <a:r>
              <a:rPr sz="1650" b="1" i="0">
                <a:solidFill>
                  <a:srgbClr val="1C3854"/>
                </a:solidFill>
                <a:latin typeface="LiberationSans"/>
                <a:ea typeface="LiberationSans"/>
                <a:cs typeface="LiberationSans"/>
              </a:rPr>
              <a:t>Defensa en profundidad</a:t>
            </a:r>
          </a:p>
        </p:txBody>
      </p:sp>
      <p:sp>
        <p:nvSpPr>
          <p:cNvPr id="20" name="secure-principle-description-2">
            <a:extLst xmlns:a="http://schemas.openxmlformats.org/drawingml/2006/main">
              <a:ext uri="{FF2B5EF4-FFF2-40B4-BE49-F238E27FC236}">
                <a16:creationId xmlns:a16="http://schemas.microsoft.com/office/drawing/2014/main" id="{5DA6DD13-956A-4256-85B6-244774025A0E}"/>
              </a:ext>
            </a:extLst>
          </p:cNvPr>
          <p:cNvSpPr>
            <a:spLocks xmlns:a="http://schemas.openxmlformats.org/drawingml/2006/main" noGrp="1"/>
          </p:cNvSpPr>
          <p:nvPr/>
        </p:nvSpPr>
        <p:spPr>
          <a:xfrm xmlns:a="http://schemas.openxmlformats.org/drawingml/2006/main">
            <a:off x="1524000" y="49720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031"/>
          </a:bodyPr>
          <a:lstStyle xmlns:a="http://schemas.openxmlformats.org/drawingml/2006/main"/>
          <a:p xmlns:a="http://schemas.openxmlformats.org/drawingml/2006/main">
            <a:pPr algn="l">
              <a:lnSpc>
                <a:spcPct val="104000"/>
              </a:lnSpc>
              <a:buNone/>
              <a:defRPr sz="1350" b="0" i="0">
                <a:solidFill>
                  <a:srgbClr val="292F35"/>
                </a:solidFill>
                <a:latin typeface="LiberationSans"/>
                <a:ea typeface="LiberationSans"/>
                <a:cs typeface="LiberationSans"/>
              </a:defRPr>
            </a:pPr>
            <a:r>
              <a:rPr sz="1350" b="0" i="0">
                <a:solidFill>
                  <a:srgbClr val="292F35"/>
                </a:solidFill>
                <a:latin typeface="LiberationSans"/>
                <a:ea typeface="LiberationSans"/>
                <a:cs typeface="LiberationSans"/>
              </a:rPr>
              <a:t>Varios controles reducen la dependencia de una sola barrera.</a:t>
            </a:r>
          </a:p>
        </p:txBody>
      </p:sp>
      <p:sp>
        <p:nvSpPr>
          <p:cNvPr id="21" name="secure-principle-3">
            <a:extLst xmlns:a="http://schemas.openxmlformats.org/drawingml/2006/main">
              <a:ext uri="{FF2B5EF4-FFF2-40B4-BE49-F238E27FC236}">
                <a16:creationId xmlns:a16="http://schemas.microsoft.com/office/drawing/2014/main" id="{658E4B46-CA9C-4856-BCAF-C1C4951CDD7D}"/>
              </a:ext>
            </a:extLst>
          </p:cNvPr>
          <p:cNvSpPr>
            <a:spLocks xmlns:a="http://schemas.openxmlformats.org/drawingml/2006/main" noGrp="1"/>
          </p:cNvSpPr>
          <p:nvPr/>
        </p:nvSpPr>
        <p:spPr>
          <a:xfrm xmlns:a="http://schemas.openxmlformats.org/drawingml/2006/main">
            <a:off x="6324600" y="4457700"/>
            <a:ext cx="5181600" cy="1066800"/>
          </a:xfrm>
          <a:prstGeom xmlns:a="http://schemas.openxmlformats.org/drawingml/2006/main" prst="rect">
            <a:avLst/>
          </a:prstGeom>
          <a:solidFill xmlns:a="http://schemas.openxmlformats.org/drawingml/2006/main">
            <a:srgbClr val="E7F1ED"/>
          </a:solidFill>
          <a:ln xmlns:a="http://schemas.openxmlformats.org/drawingml/2006/main" w="0">
            <a:solidFill>
              <a:srgbClr val="E7F1ED"/>
            </a:solidFill>
            <a:prstDash val="solid"/>
          </a:ln>
        </p:spPr>
      </p:sp>
      <p:sp>
        <p:nvSpPr>
          <p:cNvPr id="22" name="secure-principle-number-3">
            <a:extLst xmlns:a="http://schemas.openxmlformats.org/drawingml/2006/main">
              <a:ext uri="{FF2B5EF4-FFF2-40B4-BE49-F238E27FC236}">
                <a16:creationId xmlns:a16="http://schemas.microsoft.com/office/drawing/2014/main" id="{D442C751-CC89-4681-8053-B49CAD7CB939}"/>
              </a:ext>
            </a:extLst>
          </p:cNvPr>
          <p:cNvSpPr>
            <a:spLocks xmlns:a="http://schemas.openxmlformats.org/drawingml/2006/main" noGrp="1"/>
          </p:cNvSpPr>
          <p:nvPr/>
        </p:nvSpPr>
        <p:spPr>
          <a:xfrm xmlns:a="http://schemas.openxmlformats.org/drawingml/2006/main">
            <a:off x="6534150" y="46482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F27732"/>
                </a:solidFill>
                <a:latin typeface="LiberationSans"/>
                <a:ea typeface="LiberationSans"/>
                <a:cs typeface="LiberationSans"/>
              </a:defRPr>
            </a:pPr>
            <a:r>
              <a:rPr sz="1275" b="1" i="0">
                <a:solidFill>
                  <a:srgbClr val="F27732"/>
                </a:solidFill>
                <a:latin typeface="LiberationSans"/>
                <a:ea typeface="LiberationSans"/>
                <a:cs typeface="LiberationSans"/>
              </a:rPr>
              <a:t>04</a:t>
            </a:r>
          </a:p>
        </p:txBody>
      </p:sp>
      <p:sp>
        <p:nvSpPr>
          <p:cNvPr id="23" name="secure-principle-title-3">
            <a:extLst xmlns:a="http://schemas.openxmlformats.org/drawingml/2006/main">
              <a:ext uri="{FF2B5EF4-FFF2-40B4-BE49-F238E27FC236}">
                <a16:creationId xmlns:a16="http://schemas.microsoft.com/office/drawing/2014/main" id="{25E9F1EF-E51D-4B52-B496-6D681AE401F4}"/>
              </a:ext>
            </a:extLst>
          </p:cNvPr>
          <p:cNvSpPr>
            <a:spLocks xmlns:a="http://schemas.openxmlformats.org/drawingml/2006/main" noGrp="1"/>
          </p:cNvSpPr>
          <p:nvPr/>
        </p:nvSpPr>
        <p:spPr>
          <a:xfrm xmlns:a="http://schemas.openxmlformats.org/drawingml/2006/main">
            <a:off x="7162800" y="4629150"/>
            <a:ext cx="3962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04"/>
          </a:bodyPr>
          <a:lstStyle xmlns:a="http://schemas.openxmlformats.org/drawingml/2006/main"/>
          <a:p xmlns:a="http://schemas.openxmlformats.org/drawingml/2006/main">
            <a:pPr algn="l">
              <a:lnSpc>
                <a:spcPct val="108000"/>
              </a:lnSpc>
              <a:buNone/>
              <a:defRPr sz="1650" b="1" i="0">
                <a:solidFill>
                  <a:srgbClr val="1C3854"/>
                </a:solidFill>
                <a:latin typeface="LiberationSans"/>
                <a:ea typeface="LiberationSans"/>
                <a:cs typeface="LiberationSans"/>
              </a:defRPr>
            </a:pPr>
            <a:r>
              <a:rPr sz="1650" b="1" i="0">
                <a:solidFill>
                  <a:srgbClr val="1C3854"/>
                </a:solidFill>
                <a:latin typeface="LiberationSans"/>
                <a:ea typeface="LiberationSans"/>
                <a:cs typeface="LiberationSans"/>
              </a:rPr>
              <a:t>Fallar de forma segura</a:t>
            </a:r>
          </a:p>
        </p:txBody>
      </p:sp>
      <p:sp>
        <p:nvSpPr>
          <p:cNvPr id="24" name="secure-principle-description-3">
            <a:extLst xmlns:a="http://schemas.openxmlformats.org/drawingml/2006/main">
              <a:ext uri="{FF2B5EF4-FFF2-40B4-BE49-F238E27FC236}">
                <a16:creationId xmlns:a16="http://schemas.microsoft.com/office/drawing/2014/main" id="{F0CA3D32-A143-44F7-8977-A4153A07CD26}"/>
              </a:ext>
            </a:extLst>
          </p:cNvPr>
          <p:cNvSpPr>
            <a:spLocks xmlns:a="http://schemas.openxmlformats.org/drawingml/2006/main" noGrp="1"/>
          </p:cNvSpPr>
          <p:nvPr/>
        </p:nvSpPr>
        <p:spPr>
          <a:xfrm xmlns:a="http://schemas.openxmlformats.org/drawingml/2006/main">
            <a:off x="7162800" y="49720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031"/>
          </a:bodyPr>
          <a:lstStyle xmlns:a="http://schemas.openxmlformats.org/drawingml/2006/main"/>
          <a:p xmlns:a="http://schemas.openxmlformats.org/drawingml/2006/main">
            <a:pPr algn="l">
              <a:lnSpc>
                <a:spcPct val="104000"/>
              </a:lnSpc>
              <a:buNone/>
              <a:defRPr sz="1350" b="0" i="0">
                <a:solidFill>
                  <a:srgbClr val="292F35"/>
                </a:solidFill>
                <a:latin typeface="LiberationSans"/>
                <a:ea typeface="LiberationSans"/>
                <a:cs typeface="LiberationSans"/>
              </a:defRPr>
            </a:pPr>
            <a:r>
              <a:rPr sz="1350" b="0" i="0">
                <a:solidFill>
                  <a:srgbClr val="292F35"/>
                </a:solidFill>
                <a:latin typeface="LiberationSans"/>
                <a:ea typeface="LiberationSans"/>
                <a:cs typeface="LiberationSans"/>
              </a:rPr>
              <a:t>Un error no debe abrir permisos ni mostrar información sensible.</a:t>
            </a:r>
          </a:p>
        </p:txBody>
      </p:sp>
    </p:spTree>
    <p:extLst>
      <p:ext uri="{BB962C8B-B14F-4D97-AF65-F5344CB8AC3E}">
        <p14:creationId xmlns:p14="http://schemas.microsoft.com/office/powerpoint/2010/main" val="1731006629"/>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6" name="secure-architecture-kicker">
            <a:extLst xmlns:a="http://schemas.openxmlformats.org/drawingml/2006/main">
              <a:ext uri="{FF2B5EF4-FFF2-40B4-BE49-F238E27FC236}">
                <a16:creationId xmlns:a16="http://schemas.microsoft.com/office/drawing/2014/main" id="{B49BAFF4-8986-4DE6-B47F-5BC8C398A86B}"/>
              </a:ext>
            </a:extLst>
          </p:cNvPr>
          <p:cNvSpPr>
            <a:spLocks xmlns:a="http://schemas.openxmlformats.org/drawingml/2006/main" noGrp="1"/>
          </p:cNvSpPr>
          <p:nvPr/>
        </p:nvSpPr>
        <p:spPr>
          <a:xfrm xmlns:a="http://schemas.openxmlformats.org/drawingml/2006/main">
            <a:off x="685800" y="4000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i="0">
                <a:solidFill>
                  <a:srgbClr val="C99B2E"/>
                </a:solidFill>
                <a:latin typeface="LiberationSans"/>
                <a:ea typeface="LiberationSans"/>
                <a:cs typeface="LiberationSans"/>
              </a:defRPr>
            </a:pPr>
            <a:r>
              <a:rPr sz="1125" b="1" i="0">
                <a:solidFill>
                  <a:srgbClr val="C99B2E"/>
                </a:solidFill>
                <a:latin typeface="LiberationSans"/>
                <a:ea typeface="LiberationSans"/>
                <a:cs typeface="LiberationSans"/>
              </a:rPr>
              <a:t>ARQUITECTURA</a:t>
            </a:r>
          </a:p>
        </p:txBody>
      </p:sp>
      <p:sp>
        <p:nvSpPr>
          <p:cNvPr id="2" name="secure-architecture-title">
            <a:extLst xmlns:a="http://schemas.openxmlformats.org/drawingml/2006/main">
              <a:ext uri="{FF2B5EF4-FFF2-40B4-BE49-F238E27FC236}">
                <a16:creationId xmlns:a16="http://schemas.microsoft.com/office/drawing/2014/main" id="{04C9417F-112E-4C75-A073-A19ED192C6A1}"/>
              </a:ext>
            </a:extLst>
          </p:cNvPr>
          <p:cNvSpPr>
            <a:spLocks xmlns:a="http://schemas.openxmlformats.org/drawingml/2006/main" noGrp="1"/>
          </p:cNvSpPr>
          <p:nvPr/>
        </p:nvSpPr>
        <p:spPr>
          <a:xfrm xmlns:a="http://schemas.openxmlformats.org/drawingml/2006/main">
            <a:off x="685800" y="685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150" b="1" i="0">
                <a:solidFill>
                  <a:srgbClr val="1C3854"/>
                </a:solidFill>
                <a:latin typeface="LiberationSans"/>
                <a:ea typeface="LiberationSans"/>
                <a:cs typeface="LiberationSans"/>
              </a:defRPr>
            </a:pPr>
            <a:r>
              <a:rPr sz="3150" b="1" i="0">
                <a:solidFill>
                  <a:srgbClr val="1C3854"/>
                </a:solidFill>
                <a:latin typeface="LiberationSans"/>
                <a:ea typeface="LiberationSans"/>
                <a:cs typeface="LiberationSans"/>
              </a:rPr>
              <a:t>La frontera de confianza cambia la forma de proteger</a:t>
            </a:r>
          </a:p>
        </p:txBody>
      </p:sp>
      <p:sp>
        <p:nvSpPr>
          <p:cNvPr id="3" name="secure-architecture-rule">
            <a:extLst xmlns:a="http://schemas.openxmlformats.org/drawingml/2006/main">
              <a:ext uri="{FF2B5EF4-FFF2-40B4-BE49-F238E27FC236}">
                <a16:creationId xmlns:a16="http://schemas.microsoft.com/office/drawing/2014/main" id="{61585997-109B-4982-A15B-E4D02D0F2CB2}"/>
              </a:ext>
            </a:extLst>
          </p:cNvPr>
          <p:cNvSpPr>
            <a:spLocks xmlns:a="http://schemas.openxmlformats.org/drawingml/2006/main" noGrp="1"/>
          </p:cNvSpPr>
          <p:nvPr/>
        </p:nvSpPr>
        <p:spPr>
          <a:xfrm xmlns:a="http://schemas.openxmlformats.org/drawingml/2006/main">
            <a:off x="685800" y="1323975"/>
            <a:ext cx="1104900" cy="47625"/>
          </a:xfrm>
          <a:prstGeom xmlns:a="http://schemas.openxmlformats.org/drawingml/2006/main" prst="rect">
            <a:avLst/>
          </a:prstGeom>
          <a:solidFill xmlns:a="http://schemas.openxmlformats.org/drawingml/2006/main">
            <a:srgbClr val="C99B2E"/>
          </a:solidFill>
          <a:ln xmlns:a="http://schemas.openxmlformats.org/drawingml/2006/main" w="0">
            <a:solidFill>
              <a:srgbClr val="C99B2E"/>
            </a:solidFill>
            <a:prstDash val="solid"/>
          </a:ln>
        </p:spPr>
      </p:sp>
      <p:sp>
        <p:nvSpPr>
          <p:cNvPr id="4" name="secure-architecture-subtitle">
            <a:extLst xmlns:a="http://schemas.openxmlformats.org/drawingml/2006/main">
              <a:ext uri="{FF2B5EF4-FFF2-40B4-BE49-F238E27FC236}">
                <a16:creationId xmlns:a16="http://schemas.microsoft.com/office/drawing/2014/main" id="{6FE3B7BC-A07F-437A-AB0C-5C156E865355}"/>
              </a:ext>
            </a:extLst>
          </p:cNvPr>
          <p:cNvSpPr>
            <a:spLocks xmlns:a="http://schemas.openxmlformats.org/drawingml/2006/main" noGrp="1"/>
          </p:cNvSpPr>
          <p:nvPr/>
        </p:nvSpPr>
        <p:spPr>
          <a:xfrm xmlns:a="http://schemas.openxmlformats.org/drawingml/2006/main">
            <a:off x="685800" y="15049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68747F"/>
                </a:solidFill>
                <a:latin typeface="LiberationSans"/>
                <a:ea typeface="LiberationSans"/>
                <a:cs typeface="LiberationSans"/>
              </a:defRPr>
            </a:pPr>
            <a:r>
              <a:rPr sz="1500" b="0" i="0">
                <a:solidFill>
                  <a:srgbClr val="68747F"/>
                </a:solidFill>
                <a:latin typeface="LiberationSans"/>
                <a:ea typeface="LiberationSans"/>
                <a:cs typeface="LiberationSans"/>
              </a:rPr>
              <a:t>Cada límite entre componentes obliga a validar identidad, permisos, datos y errores.</a:t>
            </a:r>
          </a:p>
        </p:txBody>
      </p:sp>
      <p:sp>
        <p:nvSpPr>
          <p:cNvPr id="5" name="footer-band-9">
            <a:extLst xmlns:a="http://schemas.openxmlformats.org/drawingml/2006/main">
              <a:ext uri="{FF2B5EF4-FFF2-40B4-BE49-F238E27FC236}">
                <a16:creationId xmlns:a16="http://schemas.microsoft.com/office/drawing/2014/main" id="{478EE35C-5CC8-4671-87D2-3F550000AE8B}"/>
              </a:ext>
            </a:extLst>
          </p:cNvPr>
          <p:cNvSpPr>
            <a:spLocks xmlns:a="http://schemas.openxmlformats.org/drawingml/2006/main" noGrp="1"/>
          </p:cNvSpPr>
          <p:nvPr/>
        </p:nvSpPr>
        <p:spPr>
          <a:xfrm xmlns:a="http://schemas.openxmlformats.org/drawingml/2006/main">
            <a:off x="0" y="6705600"/>
            <a:ext cx="12192000" cy="152400"/>
          </a:xfrm>
          <a:prstGeom xmlns:a="http://schemas.openxmlformats.org/drawingml/2006/main" prst="rect">
            <a:avLst/>
          </a:prstGeom>
          <a:solidFill xmlns:a="http://schemas.openxmlformats.org/drawingml/2006/main">
            <a:srgbClr val="18324C"/>
          </a:solidFill>
          <a:ln xmlns:a="http://schemas.openxmlformats.org/drawingml/2006/main" w="0">
            <a:solidFill>
              <a:srgbClr val="18324C"/>
            </a:solidFill>
            <a:prstDash val="solid"/>
          </a:ln>
        </p:spPr>
      </p:sp>
      <p:sp>
        <p:nvSpPr>
          <p:cNvPr id="6" name="footer-label-9">
            <a:extLst xmlns:a="http://schemas.openxmlformats.org/drawingml/2006/main">
              <a:ext uri="{FF2B5EF4-FFF2-40B4-BE49-F238E27FC236}">
                <a16:creationId xmlns:a16="http://schemas.microsoft.com/office/drawing/2014/main" id="{3515126B-6740-4D26-BD53-CCCEA985D021}"/>
              </a:ext>
            </a:extLst>
          </p:cNvPr>
          <p:cNvSpPr>
            <a:spLocks xmlns:a="http://schemas.openxmlformats.org/drawingml/2006/main" noGrp="1"/>
          </p:cNvSpPr>
          <p:nvPr/>
        </p:nvSpPr>
        <p:spPr>
          <a:xfrm xmlns:a="http://schemas.openxmlformats.org/drawingml/2006/main">
            <a:off x="685800" y="64293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75" b="0" i="0">
                <a:solidFill>
                  <a:srgbClr val="68747F"/>
                </a:solidFill>
                <a:latin typeface="LiberationSans"/>
                <a:ea typeface="LiberationSans"/>
                <a:cs typeface="LiberationSans"/>
              </a:defRPr>
            </a:pPr>
            <a:r>
              <a:rPr sz="975" b="0" i="0">
                <a:solidFill>
                  <a:srgbClr val="68747F"/>
                </a:solidFill>
                <a:latin typeface="LiberationSans"/>
                <a:ea typeface="LiberationSans"/>
                <a:cs typeface="LiberationSans"/>
              </a:rPr>
              <a:t>ANÁLISIS Y DISEÑO DE SISTEMAS 2</a:t>
            </a:r>
          </a:p>
        </p:txBody>
      </p:sp>
      <p:sp>
        <p:nvSpPr>
          <p:cNvPr id="7" name="footer-number-9">
            <a:extLst xmlns:a="http://schemas.openxmlformats.org/drawingml/2006/main">
              <a:ext uri="{FF2B5EF4-FFF2-40B4-BE49-F238E27FC236}">
                <a16:creationId xmlns:a16="http://schemas.microsoft.com/office/drawing/2014/main" id="{EEBC5FA1-3902-4C23-954C-FCE3DE9A2354}"/>
              </a:ext>
            </a:extLst>
          </p:cNvPr>
          <p:cNvSpPr>
            <a:spLocks xmlns:a="http://schemas.openxmlformats.org/drawingml/2006/main" noGrp="1"/>
          </p:cNvSpPr>
          <p:nvPr/>
        </p:nvSpPr>
        <p:spPr>
          <a:xfrm xmlns:a="http://schemas.openxmlformats.org/drawingml/2006/main">
            <a:off x="11049000" y="642937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i="0">
                <a:solidFill>
                  <a:srgbClr val="1C3854"/>
                </a:solidFill>
                <a:latin typeface="LiberationSans"/>
                <a:ea typeface="LiberationSans"/>
                <a:cs typeface="LiberationSans"/>
              </a:defRPr>
            </a:pPr>
            <a:r>
              <a:rPr sz="1050" b="1" i="0">
                <a:solidFill>
                  <a:srgbClr val="1C3854"/>
                </a:solidFill>
                <a:latin typeface="LiberationSans"/>
                <a:ea typeface="LiberationSans"/>
                <a:cs typeface="LiberationSans"/>
              </a:rPr>
              <a:t>09</a:t>
            </a:r>
          </a:p>
        </p:txBody>
      </p:sp>
      <p:sp>
        <p:nvSpPr>
          <p:cNvPr id="8" name="architecture-external">
            <a:extLst xmlns:a="http://schemas.openxmlformats.org/drawingml/2006/main">
              <a:ext uri="{FF2B5EF4-FFF2-40B4-BE49-F238E27FC236}">
                <a16:creationId xmlns:a16="http://schemas.microsoft.com/office/drawing/2014/main" id="{29AF5A9C-320B-4F69-B1CA-5C9F3F157EE2}"/>
              </a:ext>
            </a:extLst>
          </p:cNvPr>
          <p:cNvSpPr>
            <a:spLocks xmlns:a="http://schemas.openxmlformats.org/drawingml/2006/main" noGrp="1"/>
          </p:cNvSpPr>
          <p:nvPr/>
        </p:nvSpPr>
        <p:spPr>
          <a:xfrm xmlns:a="http://schemas.openxmlformats.org/drawingml/2006/main">
            <a:off x="685800" y="2190750"/>
            <a:ext cx="2667000" cy="2667000"/>
          </a:xfrm>
          <a:prstGeom xmlns:a="http://schemas.openxmlformats.org/drawingml/2006/main" prst="rect">
            <a:avLst/>
          </a:prstGeom>
          <a:solidFill xmlns:a="http://schemas.openxmlformats.org/drawingml/2006/main">
            <a:srgbClr val="EAF3FA"/>
          </a:solidFill>
          <a:ln xmlns:a="http://schemas.openxmlformats.org/drawingml/2006/main" w="0">
            <a:solidFill>
              <a:srgbClr val="EAF3FA"/>
            </a:solidFill>
            <a:prstDash val="solid"/>
          </a:ln>
        </p:spPr>
      </p:sp>
      <p:sp>
        <p:nvSpPr>
          <p:cNvPr id="9" name="architecture-external-title">
            <a:extLst xmlns:a="http://schemas.openxmlformats.org/drawingml/2006/main">
              <a:ext uri="{FF2B5EF4-FFF2-40B4-BE49-F238E27FC236}">
                <a16:creationId xmlns:a16="http://schemas.microsoft.com/office/drawing/2014/main" id="{B0028BE5-1ED2-48CA-9CD0-5018CABC26B6}"/>
              </a:ext>
            </a:extLst>
          </p:cNvPr>
          <p:cNvSpPr>
            <a:spLocks xmlns:a="http://schemas.openxmlformats.org/drawingml/2006/main" noGrp="1"/>
          </p:cNvSpPr>
          <p:nvPr/>
        </p:nvSpPr>
        <p:spPr>
          <a:xfrm xmlns:a="http://schemas.openxmlformats.org/drawingml/2006/main">
            <a:off x="952500" y="24574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127"/>
          </a:bodyPr>
          <a:lstStyle xmlns:a="http://schemas.openxmlformats.org/drawingml/2006/main"/>
          <a:p xmlns:a="http://schemas.openxmlformats.org/drawingml/2006/main">
            <a:pPr algn="ctr">
              <a:lnSpc>
                <a:spcPct val="102000"/>
              </a:lnSpc>
              <a:buNone/>
              <a:defRPr sz="1650" b="1" i="0">
                <a:solidFill>
                  <a:srgbClr val="1C3854"/>
                </a:solidFill>
                <a:latin typeface="LiberationSans"/>
                <a:ea typeface="LiberationSans"/>
                <a:cs typeface="LiberationSans"/>
              </a:defRPr>
            </a:pPr>
            <a:r>
              <a:rPr sz="1650" b="1" i="0">
                <a:solidFill>
                  <a:srgbClr val="1C3854"/>
                </a:solidFill>
                <a:latin typeface="LiberationSans"/>
                <a:ea typeface="LiberationSans"/>
                <a:cs typeface="LiberationSans"/>
              </a:rPr>
              <a:t>Fuera del control del sistema</a:t>
            </a:r>
          </a:p>
        </p:txBody>
      </p:sp>
      <p:sp>
        <p:nvSpPr>
          <p:cNvPr id="10" name="architecture-device">
            <a:extLst xmlns:a="http://schemas.openxmlformats.org/drawingml/2006/main">
              <a:ext uri="{FF2B5EF4-FFF2-40B4-BE49-F238E27FC236}">
                <a16:creationId xmlns:a16="http://schemas.microsoft.com/office/drawing/2014/main" id="{BED4D20F-03C6-41F0-B251-4208FE3ACE39}"/>
              </a:ext>
            </a:extLst>
          </p:cNvPr>
          <p:cNvSpPr>
            <a:spLocks xmlns:a="http://schemas.openxmlformats.org/drawingml/2006/main" noGrp="1"/>
          </p:cNvSpPr>
          <p:nvPr/>
        </p:nvSpPr>
        <p:spPr>
          <a:xfrm xmlns:a="http://schemas.openxmlformats.org/drawingml/2006/main">
            <a:off x="1409700" y="3352800"/>
            <a:ext cx="914400" cy="9144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C3854"/>
            </a:solidFill>
            <a:prstDash val="solid"/>
          </a:ln>
        </p:spPr>
      </p:sp>
      <p:sp>
        <p:nvSpPr>
          <p:cNvPr id="11" name="architecture-device-label">
            <a:extLst xmlns:a="http://schemas.openxmlformats.org/drawingml/2006/main">
              <a:ext uri="{FF2B5EF4-FFF2-40B4-BE49-F238E27FC236}">
                <a16:creationId xmlns:a16="http://schemas.microsoft.com/office/drawing/2014/main" id="{8E883327-6AEC-4119-BCBB-E75E286F822E}"/>
              </a:ext>
            </a:extLst>
          </p:cNvPr>
          <p:cNvSpPr>
            <a:spLocks xmlns:a="http://schemas.openxmlformats.org/drawingml/2006/main" noGrp="1"/>
          </p:cNvSpPr>
          <p:nvPr/>
        </p:nvSpPr>
        <p:spPr>
          <a:xfrm xmlns:a="http://schemas.openxmlformats.org/drawingml/2006/main">
            <a:off x="1238250" y="3676650"/>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96000"/>
              </a:lnSpc>
              <a:buNone/>
              <a:defRPr sz="1050" b="1" i="0">
                <a:solidFill>
                  <a:srgbClr val="1C3854"/>
                </a:solidFill>
                <a:latin typeface="LiberationSans"/>
                <a:ea typeface="LiberationSans"/>
                <a:cs typeface="LiberationSans"/>
              </a:defRPr>
            </a:pPr>
            <a:r>
              <a:rPr sz="1050" b="1" i="0">
                <a:solidFill>
                  <a:srgbClr val="1C3854"/>
                </a:solidFill>
                <a:latin typeface="LiberationSans"/>
                <a:ea typeface="LiberationSans"/>
                <a:cs typeface="LiberationSans"/>
              </a:rPr>
              <a:t>Navegador o móvil</a:t>
            </a:r>
          </a:p>
        </p:txBody>
      </p:sp>
      <p:sp>
        <p:nvSpPr>
          <p:cNvPr id="12" name="architecture-boundary">
            <a:extLst xmlns:a="http://schemas.openxmlformats.org/drawingml/2006/main">
              <a:ext uri="{FF2B5EF4-FFF2-40B4-BE49-F238E27FC236}">
                <a16:creationId xmlns:a16="http://schemas.microsoft.com/office/drawing/2014/main" id="{D8EE23B5-9C78-482B-965C-F040D9C718E4}"/>
              </a:ext>
            </a:extLst>
          </p:cNvPr>
          <p:cNvSpPr>
            <a:spLocks xmlns:a="http://schemas.openxmlformats.org/drawingml/2006/main" noGrp="1"/>
          </p:cNvSpPr>
          <p:nvPr/>
        </p:nvSpPr>
        <p:spPr>
          <a:xfrm xmlns:a="http://schemas.openxmlformats.org/drawingml/2006/main">
            <a:off x="3657600" y="1962150"/>
            <a:ext cx="5029200" cy="3124200"/>
          </a:xfrm>
          <a:prstGeom xmlns:a="http://schemas.openxmlformats.org/drawingml/2006/main" prst="rect">
            <a:avLst/>
          </a:prstGeom>
          <a:noFill xmlns:a="http://schemas.openxmlformats.org/drawingml/2006/main"/>
          <a:ln xmlns:a="http://schemas.openxmlformats.org/drawingml/2006/main" w="28575">
            <a:solidFill>
              <a:srgbClr val="F27732"/>
            </a:solidFill>
            <a:prstDash val="solid"/>
          </a:ln>
        </p:spPr>
      </p:sp>
      <p:sp>
        <p:nvSpPr>
          <p:cNvPr id="13" name="architecture-boundary-label">
            <a:extLst xmlns:a="http://schemas.openxmlformats.org/drawingml/2006/main">
              <a:ext uri="{FF2B5EF4-FFF2-40B4-BE49-F238E27FC236}">
                <a16:creationId xmlns:a16="http://schemas.microsoft.com/office/drawing/2014/main" id="{E1392C71-868F-49C1-ACB7-EFA092B1CCBE}"/>
              </a:ext>
            </a:extLst>
          </p:cNvPr>
          <p:cNvSpPr>
            <a:spLocks xmlns:a="http://schemas.openxmlformats.org/drawingml/2006/main" noGrp="1"/>
          </p:cNvSpPr>
          <p:nvPr/>
        </p:nvSpPr>
        <p:spPr>
          <a:xfrm xmlns:a="http://schemas.openxmlformats.org/drawingml/2006/main">
            <a:off x="3962400" y="21336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i="0">
                <a:solidFill>
                  <a:srgbClr val="F27732"/>
                </a:solidFill>
                <a:latin typeface="LiberationSans"/>
                <a:ea typeface="LiberationSans"/>
                <a:cs typeface="LiberationSans"/>
              </a:defRPr>
            </a:pPr>
            <a:r>
              <a:rPr sz="1050" b="1" i="0">
                <a:solidFill>
                  <a:srgbClr val="F27732"/>
                </a:solidFill>
                <a:latin typeface="LiberationSans"/>
                <a:ea typeface="LiberationSans"/>
                <a:cs typeface="LiberationSans"/>
              </a:rPr>
              <a:t>FRONTERA DE CONFIANZA</a:t>
            </a:r>
          </a:p>
        </p:txBody>
      </p:sp>
      <p:sp>
        <p:nvSpPr>
          <p:cNvPr id="14" name="architecture-component-0">
            <a:extLst xmlns:a="http://schemas.openxmlformats.org/drawingml/2006/main">
              <a:ext uri="{FF2B5EF4-FFF2-40B4-BE49-F238E27FC236}">
                <a16:creationId xmlns:a16="http://schemas.microsoft.com/office/drawing/2014/main" id="{6B508DBB-38B5-43E0-8933-7398ACEC6E82}"/>
              </a:ext>
            </a:extLst>
          </p:cNvPr>
          <p:cNvSpPr>
            <a:spLocks xmlns:a="http://schemas.openxmlformats.org/drawingml/2006/main" noGrp="1"/>
          </p:cNvSpPr>
          <p:nvPr/>
        </p:nvSpPr>
        <p:spPr>
          <a:xfrm xmlns:a="http://schemas.openxmlformats.org/drawingml/2006/main">
            <a:off x="4114800" y="2876550"/>
            <a:ext cx="1200150" cy="7239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5" name="architecture-component-label-0">
            <a:extLst xmlns:a="http://schemas.openxmlformats.org/drawingml/2006/main">
              <a:ext uri="{FF2B5EF4-FFF2-40B4-BE49-F238E27FC236}">
                <a16:creationId xmlns:a16="http://schemas.microsoft.com/office/drawing/2014/main" id="{E3548045-FE6E-422E-AA4A-80B1409A96A9}"/>
              </a:ext>
            </a:extLst>
          </p:cNvPr>
          <p:cNvSpPr>
            <a:spLocks xmlns:a="http://schemas.openxmlformats.org/drawingml/2006/main" noGrp="1"/>
          </p:cNvSpPr>
          <p:nvPr/>
        </p:nvSpPr>
        <p:spPr>
          <a:xfrm xmlns:a="http://schemas.openxmlformats.org/drawingml/2006/main">
            <a:off x="4210050" y="3124200"/>
            <a:ext cx="1009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425" b="1" i="0">
                <a:solidFill>
                  <a:srgbClr val="1C3854"/>
                </a:solidFill>
                <a:latin typeface="LiberationSans"/>
                <a:ea typeface="LiberationSans"/>
                <a:cs typeface="LiberationSans"/>
              </a:defRPr>
            </a:pPr>
            <a:r>
              <a:rPr sz="1425" b="1" i="0">
                <a:solidFill>
                  <a:srgbClr val="1C3854"/>
                </a:solidFill>
                <a:latin typeface="LiberationSans"/>
                <a:ea typeface="LiberationSans"/>
                <a:cs typeface="LiberationSans"/>
              </a:rPr>
              <a:t>API</a:t>
            </a:r>
          </a:p>
        </p:txBody>
      </p:sp>
      <p:sp>
        <p:nvSpPr>
          <p:cNvPr id="16" name="architecture-component-line-0">
            <a:extLst xmlns:a="http://schemas.openxmlformats.org/drawingml/2006/main">
              <a:ext uri="{FF2B5EF4-FFF2-40B4-BE49-F238E27FC236}">
                <a16:creationId xmlns:a16="http://schemas.microsoft.com/office/drawing/2014/main" id="{49A4F057-FA3D-4446-B21A-8EF9C9F2640B}"/>
              </a:ext>
            </a:extLst>
          </p:cNvPr>
          <p:cNvSpPr>
            <a:spLocks xmlns:a="http://schemas.openxmlformats.org/drawingml/2006/main" noGrp="1"/>
          </p:cNvSpPr>
          <p:nvPr/>
        </p:nvSpPr>
        <p:spPr>
          <a:xfrm xmlns:a="http://schemas.openxmlformats.org/drawingml/2006/main">
            <a:off x="5314950" y="3238500"/>
            <a:ext cx="514350" cy="0"/>
          </a:xfrm>
          <a:prstGeom xmlns:a="http://schemas.openxmlformats.org/drawingml/2006/main" prst="line">
            <a:avLst/>
          </a:prstGeom>
          <a:noFill xmlns:a="http://schemas.openxmlformats.org/drawingml/2006/main"/>
          <a:ln xmlns:a="http://schemas.openxmlformats.org/drawingml/2006/main" w="28575">
            <a:solidFill>
              <a:srgbClr val="C99B2E"/>
            </a:solidFill>
            <a:prstDash val="solid"/>
          </a:ln>
        </p:spPr>
      </p:sp>
      <p:sp>
        <p:nvSpPr>
          <p:cNvPr id="17" name="architecture-component-1">
            <a:extLst xmlns:a="http://schemas.openxmlformats.org/drawingml/2006/main">
              <a:ext uri="{FF2B5EF4-FFF2-40B4-BE49-F238E27FC236}">
                <a16:creationId xmlns:a16="http://schemas.microsoft.com/office/drawing/2014/main" id="{79CA30B2-0044-40AE-B8DC-2FE6D55ACB25}"/>
              </a:ext>
            </a:extLst>
          </p:cNvPr>
          <p:cNvSpPr>
            <a:spLocks xmlns:a="http://schemas.openxmlformats.org/drawingml/2006/main" noGrp="1"/>
          </p:cNvSpPr>
          <p:nvPr/>
        </p:nvSpPr>
        <p:spPr>
          <a:xfrm xmlns:a="http://schemas.openxmlformats.org/drawingml/2006/main">
            <a:off x="5829300" y="2876550"/>
            <a:ext cx="1200150" cy="723900"/>
          </a:xfrm>
          <a:prstGeom xmlns:a="http://schemas.openxmlformats.org/drawingml/2006/main" prst="rect">
            <a:avLst/>
          </a:prstGeom>
          <a:solidFill xmlns:a="http://schemas.openxmlformats.org/drawingml/2006/main">
            <a:srgbClr val="F8F1E2"/>
          </a:solidFill>
          <a:ln xmlns:a="http://schemas.openxmlformats.org/drawingml/2006/main" w="0">
            <a:solidFill>
              <a:srgbClr val="F8F1E2"/>
            </a:solidFill>
            <a:prstDash val="solid"/>
          </a:ln>
        </p:spPr>
      </p:sp>
      <p:sp>
        <p:nvSpPr>
          <p:cNvPr id="18" name="architecture-component-label-1">
            <a:extLst xmlns:a="http://schemas.openxmlformats.org/drawingml/2006/main">
              <a:ext uri="{FF2B5EF4-FFF2-40B4-BE49-F238E27FC236}">
                <a16:creationId xmlns:a16="http://schemas.microsoft.com/office/drawing/2014/main" id="{29F4A13E-4D21-4690-8E86-F69A5DBBB2B5}"/>
              </a:ext>
            </a:extLst>
          </p:cNvPr>
          <p:cNvSpPr>
            <a:spLocks xmlns:a="http://schemas.openxmlformats.org/drawingml/2006/main" noGrp="1"/>
          </p:cNvSpPr>
          <p:nvPr/>
        </p:nvSpPr>
        <p:spPr>
          <a:xfrm xmlns:a="http://schemas.openxmlformats.org/drawingml/2006/main">
            <a:off x="5924550" y="3124200"/>
            <a:ext cx="1009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425" b="1" i="0">
                <a:solidFill>
                  <a:srgbClr val="1C3854"/>
                </a:solidFill>
                <a:latin typeface="LiberationSans"/>
                <a:ea typeface="LiberationSans"/>
                <a:cs typeface="LiberationSans"/>
              </a:defRPr>
            </a:pPr>
            <a:r>
              <a:rPr sz="1425" b="1" i="0">
                <a:solidFill>
                  <a:srgbClr val="1C3854"/>
                </a:solidFill>
                <a:latin typeface="LiberationSans"/>
                <a:ea typeface="LiberationSans"/>
                <a:cs typeface="LiberationSans"/>
              </a:rPr>
              <a:t>Servicio</a:t>
            </a:r>
          </a:p>
        </p:txBody>
      </p:sp>
      <p:sp>
        <p:nvSpPr>
          <p:cNvPr id="19" name="architecture-component-line-1">
            <a:extLst xmlns:a="http://schemas.openxmlformats.org/drawingml/2006/main">
              <a:ext uri="{FF2B5EF4-FFF2-40B4-BE49-F238E27FC236}">
                <a16:creationId xmlns:a16="http://schemas.microsoft.com/office/drawing/2014/main" id="{FFB9BC5B-BFA7-4959-AFED-D5B4C9271B0A}"/>
              </a:ext>
            </a:extLst>
          </p:cNvPr>
          <p:cNvSpPr>
            <a:spLocks xmlns:a="http://schemas.openxmlformats.org/drawingml/2006/main" noGrp="1"/>
          </p:cNvSpPr>
          <p:nvPr/>
        </p:nvSpPr>
        <p:spPr>
          <a:xfrm xmlns:a="http://schemas.openxmlformats.org/drawingml/2006/main">
            <a:off x="7029450" y="3238500"/>
            <a:ext cx="514350" cy="0"/>
          </a:xfrm>
          <a:prstGeom xmlns:a="http://schemas.openxmlformats.org/drawingml/2006/main" prst="line">
            <a:avLst/>
          </a:prstGeom>
          <a:noFill xmlns:a="http://schemas.openxmlformats.org/drawingml/2006/main"/>
          <a:ln xmlns:a="http://schemas.openxmlformats.org/drawingml/2006/main" w="28575">
            <a:solidFill>
              <a:srgbClr val="C99B2E"/>
            </a:solidFill>
            <a:prstDash val="solid"/>
          </a:ln>
        </p:spPr>
      </p:sp>
      <p:sp>
        <p:nvSpPr>
          <p:cNvPr id="20" name="architecture-component-2">
            <a:extLst xmlns:a="http://schemas.openxmlformats.org/drawingml/2006/main">
              <a:ext uri="{FF2B5EF4-FFF2-40B4-BE49-F238E27FC236}">
                <a16:creationId xmlns:a16="http://schemas.microsoft.com/office/drawing/2014/main" id="{5A045CBB-492A-4DE8-AA4C-440B6650EEC4}"/>
              </a:ext>
            </a:extLst>
          </p:cNvPr>
          <p:cNvSpPr>
            <a:spLocks xmlns:a="http://schemas.openxmlformats.org/drawingml/2006/main" noGrp="1"/>
          </p:cNvSpPr>
          <p:nvPr/>
        </p:nvSpPr>
        <p:spPr>
          <a:xfrm xmlns:a="http://schemas.openxmlformats.org/drawingml/2006/main">
            <a:off x="7543800" y="2876550"/>
            <a:ext cx="1200150" cy="723900"/>
          </a:xfrm>
          <a:prstGeom xmlns:a="http://schemas.openxmlformats.org/drawingml/2006/main" prst="rect">
            <a:avLst/>
          </a:prstGeom>
          <a:solidFill xmlns:a="http://schemas.openxmlformats.org/drawingml/2006/main">
            <a:srgbClr val="18324C"/>
          </a:solidFill>
          <a:ln xmlns:a="http://schemas.openxmlformats.org/drawingml/2006/main" w="0">
            <a:solidFill>
              <a:srgbClr val="18324C"/>
            </a:solidFill>
            <a:prstDash val="solid"/>
          </a:ln>
        </p:spPr>
      </p:sp>
      <p:sp>
        <p:nvSpPr>
          <p:cNvPr id="21" name="architecture-component-label-2">
            <a:extLst xmlns:a="http://schemas.openxmlformats.org/drawingml/2006/main">
              <a:ext uri="{FF2B5EF4-FFF2-40B4-BE49-F238E27FC236}">
                <a16:creationId xmlns:a16="http://schemas.microsoft.com/office/drawing/2014/main" id="{07BB9521-B94D-4DDC-B88A-2E0DF38BDCA5}"/>
              </a:ext>
            </a:extLst>
          </p:cNvPr>
          <p:cNvSpPr>
            <a:spLocks xmlns:a="http://schemas.openxmlformats.org/drawingml/2006/main" noGrp="1"/>
          </p:cNvSpPr>
          <p:nvPr/>
        </p:nvSpPr>
        <p:spPr>
          <a:xfrm xmlns:a="http://schemas.openxmlformats.org/drawingml/2006/main">
            <a:off x="7639050" y="3124200"/>
            <a:ext cx="1009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425" b="1" i="0">
                <a:solidFill>
                  <a:srgbClr val="FFFFFF"/>
                </a:solidFill>
                <a:latin typeface="LiberationSans"/>
                <a:ea typeface="LiberationSans"/>
                <a:cs typeface="LiberationSans"/>
              </a:defRPr>
            </a:pPr>
            <a:r>
              <a:rPr sz="1425" b="1" i="0">
                <a:solidFill>
                  <a:srgbClr val="FFFFFF"/>
                </a:solidFill>
                <a:latin typeface="LiberationSans"/>
                <a:ea typeface="LiberationSans"/>
                <a:cs typeface="LiberationSans"/>
              </a:rPr>
              <a:t>Datos</a:t>
            </a:r>
          </a:p>
        </p:txBody>
      </p:sp>
      <p:sp>
        <p:nvSpPr>
          <p:cNvPr id="22" name="architecture-boundary-note">
            <a:extLst xmlns:a="http://schemas.openxmlformats.org/drawingml/2006/main">
              <a:ext uri="{FF2B5EF4-FFF2-40B4-BE49-F238E27FC236}">
                <a16:creationId xmlns:a16="http://schemas.microsoft.com/office/drawing/2014/main" id="{C396F53F-AF2A-4A75-8CB0-6C5EBF3F273A}"/>
              </a:ext>
            </a:extLst>
          </p:cNvPr>
          <p:cNvSpPr>
            <a:spLocks xmlns:a="http://schemas.openxmlformats.org/drawingml/2006/main" noGrp="1"/>
          </p:cNvSpPr>
          <p:nvPr/>
        </p:nvSpPr>
        <p:spPr>
          <a:xfrm xmlns:a="http://schemas.openxmlformats.org/drawingml/2006/main">
            <a:off x="4133850" y="409575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425" b="1" i="0">
                <a:solidFill>
                  <a:srgbClr val="1C3854"/>
                </a:solidFill>
                <a:latin typeface="LiberationSans"/>
                <a:ea typeface="LiberationSans"/>
                <a:cs typeface="LiberationSans"/>
              </a:defRPr>
            </a:pPr>
            <a:r>
              <a:rPr sz="1425" b="1" i="0">
                <a:solidFill>
                  <a:srgbClr val="1C3854"/>
                </a:solidFill>
                <a:latin typeface="LiberationSans"/>
                <a:ea typeface="LiberationSans"/>
                <a:cs typeface="LiberationSans"/>
              </a:rPr>
              <a:t>El servidor valida la solicitud antes de acceder a los datos.</a:t>
            </a:r>
          </a:p>
        </p:txBody>
      </p:sp>
      <p:sp>
        <p:nvSpPr>
          <p:cNvPr id="23" name="architecture-controls">
            <a:extLst xmlns:a="http://schemas.openxmlformats.org/drawingml/2006/main">
              <a:ext uri="{FF2B5EF4-FFF2-40B4-BE49-F238E27FC236}">
                <a16:creationId xmlns:a16="http://schemas.microsoft.com/office/drawing/2014/main" id="{130CAA01-7631-4143-BB1C-74D0C6C4D910}"/>
              </a:ext>
            </a:extLst>
          </p:cNvPr>
          <p:cNvSpPr>
            <a:spLocks xmlns:a="http://schemas.openxmlformats.org/drawingml/2006/main" noGrp="1"/>
          </p:cNvSpPr>
          <p:nvPr/>
        </p:nvSpPr>
        <p:spPr>
          <a:xfrm xmlns:a="http://schemas.openxmlformats.org/drawingml/2006/main">
            <a:off x="9258300" y="2190750"/>
            <a:ext cx="2247900" cy="2667000"/>
          </a:xfrm>
          <a:prstGeom xmlns:a="http://schemas.openxmlformats.org/drawingml/2006/main" prst="rect">
            <a:avLst/>
          </a:prstGeom>
          <a:solidFill xmlns:a="http://schemas.openxmlformats.org/drawingml/2006/main">
            <a:srgbClr val="18324C"/>
          </a:solidFill>
          <a:ln xmlns:a="http://schemas.openxmlformats.org/drawingml/2006/main" w="0">
            <a:solidFill>
              <a:srgbClr val="18324C"/>
            </a:solidFill>
            <a:prstDash val="solid"/>
          </a:ln>
        </p:spPr>
      </p:sp>
      <p:sp>
        <p:nvSpPr>
          <p:cNvPr id="24" name="architecture-controls-title">
            <a:extLst xmlns:a="http://schemas.openxmlformats.org/drawingml/2006/main">
              <a:ext uri="{FF2B5EF4-FFF2-40B4-BE49-F238E27FC236}">
                <a16:creationId xmlns:a16="http://schemas.microsoft.com/office/drawing/2014/main" id="{A54EC2AE-BF5D-4F4D-A53D-20113E362213}"/>
              </a:ext>
            </a:extLst>
          </p:cNvPr>
          <p:cNvSpPr>
            <a:spLocks xmlns:a="http://schemas.openxmlformats.org/drawingml/2006/main" noGrp="1"/>
          </p:cNvSpPr>
          <p:nvPr/>
        </p:nvSpPr>
        <p:spPr>
          <a:xfrm xmlns:a="http://schemas.openxmlformats.org/drawingml/2006/main">
            <a:off x="9525000" y="24574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i="0">
                <a:solidFill>
                  <a:srgbClr val="FFFFFF"/>
                </a:solidFill>
                <a:latin typeface="LiberationSans"/>
                <a:ea typeface="LiberationSans"/>
                <a:cs typeface="LiberationSans"/>
              </a:defRPr>
            </a:pPr>
            <a:r>
              <a:rPr sz="1725" b="1" i="0">
                <a:solidFill>
                  <a:srgbClr val="FFFFFF"/>
                </a:solidFill>
                <a:latin typeface="LiberationSans"/>
                <a:ea typeface="LiberationSans"/>
                <a:cs typeface="LiberationSans"/>
              </a:rPr>
              <a:t>Controles</a:t>
            </a:r>
          </a:p>
        </p:txBody>
      </p:sp>
      <p:sp>
        <p:nvSpPr>
          <p:cNvPr id="25" name="architecture-controls-list">
            <a:extLst xmlns:a="http://schemas.openxmlformats.org/drawingml/2006/main">
              <a:ext uri="{FF2B5EF4-FFF2-40B4-BE49-F238E27FC236}">
                <a16:creationId xmlns:a16="http://schemas.microsoft.com/office/drawing/2014/main" id="{141CF123-3747-44B0-B6F7-92DA597C87C8}"/>
              </a:ext>
            </a:extLst>
          </p:cNvPr>
          <p:cNvSpPr>
            <a:spLocks xmlns:a="http://schemas.openxmlformats.org/drawingml/2006/main" noGrp="1"/>
          </p:cNvSpPr>
          <p:nvPr/>
        </p:nvSpPr>
        <p:spPr>
          <a:xfrm xmlns:a="http://schemas.openxmlformats.org/drawingml/2006/main">
            <a:off x="9505950" y="2990850"/>
            <a:ext cx="17526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190500" indent="-101600">
              <a:lnSpc>
                <a:spcPct val="112000"/>
              </a:lnSpc>
              <a:spcAft>
                <a:spcPts val="800"/>
              </a:spcAft>
              <a:buNone/>
              <a:defRPr sz="1350" b="0">
                <a:solidFill>
                  <a:srgbClr val="FFFFFF"/>
                </a:solidFill>
                <a:latin typeface="LiberationSans"/>
                <a:ea typeface="LiberationSans"/>
                <a:cs typeface="LiberationSans"/>
              </a:defRPr>
            </a:pPr>
            <a:r>
              <a:rPr sz="1350" b="0">
                <a:solidFill>
                  <a:srgbClr val="FFFFFF"/>
                </a:solidFill>
                <a:latin typeface="LiberationSans"/>
                <a:ea typeface="LiberationSans"/>
                <a:cs typeface="LiberationSans"/>
              </a:rPr>
              <a:t>Autenticar</a:t>
            </a:r>
          </a:p>
          <a:p xmlns:a="http://schemas.openxmlformats.org/drawingml/2006/main">
            <a:pPr marL="190500" indent="-101600">
              <a:lnSpc>
                <a:spcPct val="112000"/>
              </a:lnSpc>
              <a:spcAft>
                <a:spcPts val="800"/>
              </a:spcAft>
              <a:buNone/>
              <a:defRPr sz="1350" b="0">
                <a:solidFill>
                  <a:srgbClr val="FFFFFF"/>
                </a:solidFill>
                <a:latin typeface="LiberationSans"/>
                <a:ea typeface="LiberationSans"/>
                <a:cs typeface="LiberationSans"/>
              </a:defRPr>
            </a:pPr>
            <a:r>
              <a:rPr sz="1350" b="0">
                <a:solidFill>
                  <a:srgbClr val="FFFFFF"/>
                </a:solidFill>
                <a:latin typeface="LiberationSans"/>
                <a:ea typeface="LiberationSans"/>
                <a:cs typeface="LiberationSans"/>
              </a:rPr>
              <a:t>Autorizar</a:t>
            </a:r>
          </a:p>
          <a:p xmlns:a="http://schemas.openxmlformats.org/drawingml/2006/main">
            <a:pPr marL="190500" indent="-101600">
              <a:lnSpc>
                <a:spcPct val="112000"/>
              </a:lnSpc>
              <a:spcAft>
                <a:spcPts val="800"/>
              </a:spcAft>
              <a:buNone/>
              <a:defRPr sz="1350" b="0">
                <a:solidFill>
                  <a:srgbClr val="FFFFFF"/>
                </a:solidFill>
                <a:latin typeface="LiberationSans"/>
                <a:ea typeface="LiberationSans"/>
                <a:cs typeface="LiberationSans"/>
              </a:defRPr>
            </a:pPr>
            <a:r>
              <a:rPr sz="1350" b="0">
                <a:solidFill>
                  <a:srgbClr val="FFFFFF"/>
                </a:solidFill>
                <a:latin typeface="LiberationSans"/>
                <a:ea typeface="LiberationSans"/>
                <a:cs typeface="LiberationSans"/>
              </a:rPr>
              <a:t>Validar entradas</a:t>
            </a:r>
          </a:p>
          <a:p xmlns:a="http://schemas.openxmlformats.org/drawingml/2006/main">
            <a:pPr marL="190500" indent="-101600">
              <a:lnSpc>
                <a:spcPct val="112000"/>
              </a:lnSpc>
              <a:spcAft>
                <a:spcPts val="800"/>
              </a:spcAft>
              <a:buNone/>
              <a:defRPr sz="1350" b="0">
                <a:solidFill>
                  <a:srgbClr val="FFFFFF"/>
                </a:solidFill>
                <a:latin typeface="LiberationSans"/>
                <a:ea typeface="LiberationSans"/>
                <a:cs typeface="LiberationSans"/>
              </a:defRPr>
            </a:pPr>
            <a:r>
              <a:rPr sz="1350" b="0">
                <a:solidFill>
                  <a:srgbClr val="FFFFFF"/>
                </a:solidFill>
                <a:latin typeface="LiberationSans"/>
                <a:ea typeface="LiberationSans"/>
                <a:cs typeface="LiberationSans"/>
              </a:rPr>
              <a:t>Limitar exposición</a:t>
            </a:r>
          </a:p>
        </p:txBody>
      </p:sp>
    </p:spTree>
    <p:extLst>
      <p:ext uri="{BB962C8B-B14F-4D97-AF65-F5344CB8AC3E}">
        <p14:creationId xmlns:p14="http://schemas.microsoft.com/office/powerpoint/2010/main" val="1332958400"/>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34" name="crypto-kicker">
            <a:extLst xmlns:a="http://schemas.openxmlformats.org/drawingml/2006/main">
              <a:ext uri="{FF2B5EF4-FFF2-40B4-BE49-F238E27FC236}">
                <a16:creationId xmlns:a16="http://schemas.microsoft.com/office/drawing/2014/main" id="{246AA129-7316-4F63-9C32-8106D3615DF9}"/>
              </a:ext>
            </a:extLst>
          </p:cNvPr>
          <p:cNvSpPr>
            <a:spLocks xmlns:a="http://schemas.openxmlformats.org/drawingml/2006/main" noGrp="1"/>
          </p:cNvSpPr>
          <p:nvPr/>
        </p:nvSpPr>
        <p:spPr>
          <a:xfrm xmlns:a="http://schemas.openxmlformats.org/drawingml/2006/main">
            <a:off x="685800" y="4000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i="0">
                <a:solidFill>
                  <a:srgbClr val="C99B2E"/>
                </a:solidFill>
                <a:latin typeface="LiberationSans"/>
                <a:ea typeface="LiberationSans"/>
                <a:cs typeface="LiberationSans"/>
              </a:defRPr>
            </a:pPr>
            <a:r>
              <a:rPr sz="1125" b="1" i="0">
                <a:solidFill>
                  <a:srgbClr val="C99B2E"/>
                </a:solidFill>
                <a:latin typeface="LiberationSans"/>
                <a:ea typeface="LiberationSans"/>
                <a:cs typeface="LiberationSans"/>
              </a:rPr>
              <a:t>CRIPTOGRAFÍA</a:t>
            </a:r>
          </a:p>
        </p:txBody>
      </p:sp>
      <p:sp>
        <p:nvSpPr>
          <p:cNvPr id="2" name="crypto-title">
            <a:extLst xmlns:a="http://schemas.openxmlformats.org/drawingml/2006/main">
              <a:ext uri="{FF2B5EF4-FFF2-40B4-BE49-F238E27FC236}">
                <a16:creationId xmlns:a16="http://schemas.microsoft.com/office/drawing/2014/main" id="{D641DBCA-626A-4B28-9F8E-52553F9742C1}"/>
              </a:ext>
            </a:extLst>
          </p:cNvPr>
          <p:cNvSpPr>
            <a:spLocks xmlns:a="http://schemas.openxmlformats.org/drawingml/2006/main" noGrp="1"/>
          </p:cNvSpPr>
          <p:nvPr/>
        </p:nvSpPr>
        <p:spPr>
          <a:xfrm xmlns:a="http://schemas.openxmlformats.org/drawingml/2006/main">
            <a:off x="685800" y="685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150" b="1" i="0">
                <a:solidFill>
                  <a:srgbClr val="1C3854"/>
                </a:solidFill>
                <a:latin typeface="LiberationSans"/>
                <a:ea typeface="LiberationSans"/>
                <a:cs typeface="LiberationSans"/>
              </a:defRPr>
            </a:pPr>
            <a:r>
              <a:rPr sz="3150" b="1" i="0">
                <a:solidFill>
                  <a:srgbClr val="1C3854"/>
                </a:solidFill>
                <a:latin typeface="LiberationSans"/>
                <a:ea typeface="LiberationSans"/>
                <a:cs typeface="LiberationSans"/>
              </a:rPr>
              <a:t>Herramientas distintas para proteger información</a:t>
            </a:r>
          </a:p>
        </p:txBody>
      </p:sp>
      <p:sp>
        <p:nvSpPr>
          <p:cNvPr id="3" name="crypto-rule">
            <a:extLst xmlns:a="http://schemas.openxmlformats.org/drawingml/2006/main">
              <a:ext uri="{FF2B5EF4-FFF2-40B4-BE49-F238E27FC236}">
                <a16:creationId xmlns:a16="http://schemas.microsoft.com/office/drawing/2014/main" id="{26C5739E-561D-4E1A-B777-21336B3809FC}"/>
              </a:ext>
            </a:extLst>
          </p:cNvPr>
          <p:cNvSpPr>
            <a:spLocks xmlns:a="http://schemas.openxmlformats.org/drawingml/2006/main" noGrp="1"/>
          </p:cNvSpPr>
          <p:nvPr/>
        </p:nvSpPr>
        <p:spPr>
          <a:xfrm xmlns:a="http://schemas.openxmlformats.org/drawingml/2006/main">
            <a:off x="685800" y="1323975"/>
            <a:ext cx="1104900" cy="47625"/>
          </a:xfrm>
          <a:prstGeom xmlns:a="http://schemas.openxmlformats.org/drawingml/2006/main" prst="rect">
            <a:avLst/>
          </a:prstGeom>
          <a:solidFill xmlns:a="http://schemas.openxmlformats.org/drawingml/2006/main">
            <a:srgbClr val="C99B2E"/>
          </a:solidFill>
          <a:ln xmlns:a="http://schemas.openxmlformats.org/drawingml/2006/main" w="0">
            <a:solidFill>
              <a:srgbClr val="C99B2E"/>
            </a:solidFill>
            <a:prstDash val="solid"/>
          </a:ln>
        </p:spPr>
      </p:sp>
      <p:sp>
        <p:nvSpPr>
          <p:cNvPr id="4" name="crypto-subtitle">
            <a:extLst xmlns:a="http://schemas.openxmlformats.org/drawingml/2006/main">
              <a:ext uri="{FF2B5EF4-FFF2-40B4-BE49-F238E27FC236}">
                <a16:creationId xmlns:a16="http://schemas.microsoft.com/office/drawing/2014/main" id="{C48FBF71-B01C-415E-8941-7A64069B7477}"/>
              </a:ext>
            </a:extLst>
          </p:cNvPr>
          <p:cNvSpPr>
            <a:spLocks xmlns:a="http://schemas.openxmlformats.org/drawingml/2006/main" noGrp="1"/>
          </p:cNvSpPr>
          <p:nvPr/>
        </p:nvSpPr>
        <p:spPr>
          <a:xfrm xmlns:a="http://schemas.openxmlformats.org/drawingml/2006/main">
            <a:off x="685800" y="15049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68747F"/>
                </a:solidFill>
                <a:latin typeface="LiberationSans"/>
                <a:ea typeface="LiberationSans"/>
                <a:cs typeface="LiberationSans"/>
              </a:defRPr>
            </a:pPr>
            <a:r>
              <a:rPr sz="1500" b="0" i="0">
                <a:solidFill>
                  <a:srgbClr val="68747F"/>
                </a:solidFill>
                <a:latin typeface="LiberationSans"/>
                <a:ea typeface="LiberationSans"/>
                <a:cs typeface="LiberationSans"/>
              </a:rPr>
              <a:t>Cifrar, calcular un hash y firmar un mensaje resuelven problemas diferentes.</a:t>
            </a:r>
          </a:p>
        </p:txBody>
      </p:sp>
      <p:sp>
        <p:nvSpPr>
          <p:cNvPr id="5" name="footer-band-10">
            <a:extLst xmlns:a="http://schemas.openxmlformats.org/drawingml/2006/main">
              <a:ext uri="{FF2B5EF4-FFF2-40B4-BE49-F238E27FC236}">
                <a16:creationId xmlns:a16="http://schemas.microsoft.com/office/drawing/2014/main" id="{25A4EA71-1895-4D4F-B359-1B11E891C433}"/>
              </a:ext>
            </a:extLst>
          </p:cNvPr>
          <p:cNvSpPr>
            <a:spLocks xmlns:a="http://schemas.openxmlformats.org/drawingml/2006/main" noGrp="1"/>
          </p:cNvSpPr>
          <p:nvPr/>
        </p:nvSpPr>
        <p:spPr>
          <a:xfrm xmlns:a="http://schemas.openxmlformats.org/drawingml/2006/main">
            <a:off x="0" y="6705600"/>
            <a:ext cx="12192000" cy="152400"/>
          </a:xfrm>
          <a:prstGeom xmlns:a="http://schemas.openxmlformats.org/drawingml/2006/main" prst="rect">
            <a:avLst/>
          </a:prstGeom>
          <a:solidFill xmlns:a="http://schemas.openxmlformats.org/drawingml/2006/main">
            <a:srgbClr val="18324C"/>
          </a:solidFill>
          <a:ln xmlns:a="http://schemas.openxmlformats.org/drawingml/2006/main" w="0">
            <a:solidFill>
              <a:srgbClr val="18324C"/>
            </a:solidFill>
            <a:prstDash val="solid"/>
          </a:ln>
        </p:spPr>
      </p:sp>
      <p:sp>
        <p:nvSpPr>
          <p:cNvPr id="6" name="footer-label-10">
            <a:extLst xmlns:a="http://schemas.openxmlformats.org/drawingml/2006/main">
              <a:ext uri="{FF2B5EF4-FFF2-40B4-BE49-F238E27FC236}">
                <a16:creationId xmlns:a16="http://schemas.microsoft.com/office/drawing/2014/main" id="{3064455B-838A-4852-A445-BAFF7EFFAD68}"/>
              </a:ext>
            </a:extLst>
          </p:cNvPr>
          <p:cNvSpPr>
            <a:spLocks xmlns:a="http://schemas.openxmlformats.org/drawingml/2006/main" noGrp="1"/>
          </p:cNvSpPr>
          <p:nvPr/>
        </p:nvSpPr>
        <p:spPr>
          <a:xfrm xmlns:a="http://schemas.openxmlformats.org/drawingml/2006/main">
            <a:off x="685800" y="64293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75" b="0" i="0">
                <a:solidFill>
                  <a:srgbClr val="68747F"/>
                </a:solidFill>
                <a:latin typeface="LiberationSans"/>
                <a:ea typeface="LiberationSans"/>
                <a:cs typeface="LiberationSans"/>
              </a:defRPr>
            </a:pPr>
            <a:r>
              <a:rPr sz="975" b="0" i="0">
                <a:solidFill>
                  <a:srgbClr val="68747F"/>
                </a:solidFill>
                <a:latin typeface="LiberationSans"/>
                <a:ea typeface="LiberationSans"/>
                <a:cs typeface="LiberationSans"/>
              </a:rPr>
              <a:t>ANÁLISIS Y DISEÑO DE SISTEMAS 2</a:t>
            </a:r>
          </a:p>
        </p:txBody>
      </p:sp>
      <p:sp>
        <p:nvSpPr>
          <p:cNvPr id="7" name="footer-number-10">
            <a:extLst xmlns:a="http://schemas.openxmlformats.org/drawingml/2006/main">
              <a:ext uri="{FF2B5EF4-FFF2-40B4-BE49-F238E27FC236}">
                <a16:creationId xmlns:a16="http://schemas.microsoft.com/office/drawing/2014/main" id="{A94483E5-E109-4F50-8AF9-4FBCED125217}"/>
              </a:ext>
            </a:extLst>
          </p:cNvPr>
          <p:cNvSpPr>
            <a:spLocks xmlns:a="http://schemas.openxmlformats.org/drawingml/2006/main" noGrp="1"/>
          </p:cNvSpPr>
          <p:nvPr/>
        </p:nvSpPr>
        <p:spPr>
          <a:xfrm xmlns:a="http://schemas.openxmlformats.org/drawingml/2006/main">
            <a:off x="11049000" y="642937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i="0">
                <a:solidFill>
                  <a:srgbClr val="1C3854"/>
                </a:solidFill>
                <a:latin typeface="LiberationSans"/>
                <a:ea typeface="LiberationSans"/>
                <a:cs typeface="LiberationSans"/>
              </a:defRPr>
            </a:pPr>
            <a:r>
              <a:rPr sz="1050" b="1" i="0">
                <a:solidFill>
                  <a:srgbClr val="1C3854"/>
                </a:solidFill>
                <a:latin typeface="LiberationSans"/>
                <a:ea typeface="LiberationSans"/>
                <a:cs typeface="LiberationSans"/>
              </a:rPr>
              <a:t>10</a:t>
            </a:r>
          </a:p>
        </p:txBody>
      </p:sp>
      <p:sp>
        <p:nvSpPr>
          <p:cNvPr id="8" name="crypto-panel-0">
            <a:extLst xmlns:a="http://schemas.openxmlformats.org/drawingml/2006/main">
              <a:ext uri="{FF2B5EF4-FFF2-40B4-BE49-F238E27FC236}">
                <a16:creationId xmlns:a16="http://schemas.microsoft.com/office/drawing/2014/main" id="{20E46719-B324-48C4-A483-CEE484579FD5}"/>
              </a:ext>
            </a:extLst>
          </p:cNvPr>
          <p:cNvSpPr>
            <a:spLocks xmlns:a="http://schemas.openxmlformats.org/drawingml/2006/main" noGrp="1"/>
          </p:cNvSpPr>
          <p:nvPr/>
        </p:nvSpPr>
        <p:spPr>
          <a:xfrm xmlns:a="http://schemas.openxmlformats.org/drawingml/2006/main">
            <a:off x="685800" y="2171700"/>
            <a:ext cx="2457450" cy="2781300"/>
          </a:xfrm>
          <a:prstGeom xmlns:a="http://schemas.openxmlformats.org/drawingml/2006/main" prst="rect">
            <a:avLst/>
          </a:prstGeom>
          <a:solidFill xmlns:a="http://schemas.openxmlformats.org/drawingml/2006/main">
            <a:srgbClr val="EAF3FA"/>
          </a:solidFill>
          <a:ln xmlns:a="http://schemas.openxmlformats.org/drawingml/2006/main" w="0">
            <a:solidFill>
              <a:srgbClr val="EAF3FA"/>
            </a:solidFill>
            <a:prstDash val="solid"/>
          </a:ln>
        </p:spPr>
      </p:sp>
      <p:sp>
        <p:nvSpPr>
          <p:cNvPr id="9" name="crypto-number-0">
            <a:extLst xmlns:a="http://schemas.openxmlformats.org/drawingml/2006/main">
              <a:ext uri="{FF2B5EF4-FFF2-40B4-BE49-F238E27FC236}">
                <a16:creationId xmlns:a16="http://schemas.microsoft.com/office/drawing/2014/main" id="{559ED689-1592-443F-9D28-673D5BC36C3E}"/>
              </a:ext>
            </a:extLst>
          </p:cNvPr>
          <p:cNvSpPr>
            <a:spLocks xmlns:a="http://schemas.openxmlformats.org/drawingml/2006/main" noGrp="1"/>
          </p:cNvSpPr>
          <p:nvPr/>
        </p:nvSpPr>
        <p:spPr>
          <a:xfrm xmlns:a="http://schemas.openxmlformats.org/drawingml/2006/main">
            <a:off x="876300" y="23812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F27732"/>
                </a:solidFill>
                <a:latin typeface="LiberationSans"/>
                <a:ea typeface="LiberationSans"/>
                <a:cs typeface="LiberationSans"/>
              </a:defRPr>
            </a:pPr>
            <a:r>
              <a:rPr sz="1275" b="1" i="0">
                <a:solidFill>
                  <a:srgbClr val="F27732"/>
                </a:solidFill>
                <a:latin typeface="LiberationSans"/>
                <a:ea typeface="LiberationSans"/>
                <a:cs typeface="LiberationSans"/>
              </a:rPr>
              <a:t>01</a:t>
            </a:r>
          </a:p>
        </p:txBody>
      </p:sp>
      <p:sp>
        <p:nvSpPr>
          <p:cNvPr id="10" name="crypto-title-0">
            <a:extLst xmlns:a="http://schemas.openxmlformats.org/drawingml/2006/main">
              <a:ext uri="{FF2B5EF4-FFF2-40B4-BE49-F238E27FC236}">
                <a16:creationId xmlns:a16="http://schemas.microsoft.com/office/drawing/2014/main" id="{016688A4-E60F-4149-8363-B0DF0A080668}"/>
              </a:ext>
            </a:extLst>
          </p:cNvPr>
          <p:cNvSpPr>
            <a:spLocks xmlns:a="http://schemas.openxmlformats.org/drawingml/2006/main" noGrp="1"/>
          </p:cNvSpPr>
          <p:nvPr/>
        </p:nvSpPr>
        <p:spPr>
          <a:xfrm xmlns:a="http://schemas.openxmlformats.org/drawingml/2006/main">
            <a:off x="876300" y="2876550"/>
            <a:ext cx="2076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C3854"/>
                </a:solidFill>
                <a:latin typeface="LiberationSans"/>
                <a:ea typeface="LiberationSans"/>
                <a:cs typeface="LiberationSans"/>
              </a:defRPr>
            </a:pPr>
            <a:r>
              <a:rPr sz="1725" b="1" i="0">
                <a:solidFill>
                  <a:srgbClr val="1C3854"/>
                </a:solidFill>
                <a:latin typeface="LiberationSans"/>
                <a:ea typeface="LiberationSans"/>
                <a:cs typeface="LiberationSans"/>
              </a:rPr>
              <a:t>Cifrado</a:t>
            </a:r>
          </a:p>
        </p:txBody>
      </p:sp>
      <p:sp>
        <p:nvSpPr>
          <p:cNvPr id="11" name="crypto-description-0">
            <a:extLst xmlns:a="http://schemas.openxmlformats.org/drawingml/2006/main">
              <a:ext uri="{FF2B5EF4-FFF2-40B4-BE49-F238E27FC236}">
                <a16:creationId xmlns:a16="http://schemas.microsoft.com/office/drawing/2014/main" id="{07753124-8F4A-4E9E-811D-DF1AC622E02E}"/>
              </a:ext>
            </a:extLst>
          </p:cNvPr>
          <p:cNvSpPr>
            <a:spLocks xmlns:a="http://schemas.openxmlformats.org/drawingml/2006/main" noGrp="1"/>
          </p:cNvSpPr>
          <p:nvPr/>
        </p:nvSpPr>
        <p:spPr>
          <a:xfrm xmlns:a="http://schemas.openxmlformats.org/drawingml/2006/main">
            <a:off x="876300" y="3371850"/>
            <a:ext cx="20764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292F35"/>
                </a:solidFill>
                <a:latin typeface="LiberationSans"/>
                <a:ea typeface="LiberationSans"/>
                <a:cs typeface="LiberationSans"/>
              </a:defRPr>
            </a:pPr>
            <a:r>
              <a:rPr sz="1350" b="0" i="0">
                <a:solidFill>
                  <a:srgbClr val="292F35"/>
                </a:solidFill>
                <a:latin typeface="LiberationSans"/>
                <a:ea typeface="LiberationSans"/>
                <a:cs typeface="LiberationSans"/>
              </a:rPr>
              <a:t>Oculta el contenido para quien no tiene la clave.</a:t>
            </a:r>
          </a:p>
        </p:txBody>
      </p:sp>
      <p:sp>
        <p:nvSpPr>
          <p:cNvPr id="12" name="crypto-rule-0">
            <a:extLst xmlns:a="http://schemas.openxmlformats.org/drawingml/2006/main">
              <a:ext uri="{FF2B5EF4-FFF2-40B4-BE49-F238E27FC236}">
                <a16:creationId xmlns:a16="http://schemas.microsoft.com/office/drawing/2014/main" id="{C860B579-2C9B-4A55-9DC5-716638DE679D}"/>
              </a:ext>
            </a:extLst>
          </p:cNvPr>
          <p:cNvSpPr>
            <a:spLocks xmlns:a="http://schemas.openxmlformats.org/drawingml/2006/main" noGrp="1"/>
          </p:cNvSpPr>
          <p:nvPr/>
        </p:nvSpPr>
        <p:spPr>
          <a:xfrm xmlns:a="http://schemas.openxmlformats.org/drawingml/2006/main">
            <a:off x="876300" y="4267200"/>
            <a:ext cx="2076450" cy="0"/>
          </a:xfrm>
          <a:prstGeom xmlns:a="http://schemas.openxmlformats.org/drawingml/2006/main" prst="line">
            <a:avLst/>
          </a:prstGeom>
          <a:noFill xmlns:a="http://schemas.openxmlformats.org/drawingml/2006/main"/>
          <a:ln xmlns:a="http://schemas.openxmlformats.org/drawingml/2006/main" w="19050">
            <a:solidFill>
              <a:srgbClr val="C99B2E"/>
            </a:solidFill>
            <a:prstDash val="solid"/>
          </a:ln>
        </p:spPr>
      </p:sp>
      <p:sp>
        <p:nvSpPr>
          <p:cNvPr id="13" name="crypto-analogy-0">
            <a:extLst xmlns:a="http://schemas.openxmlformats.org/drawingml/2006/main">
              <a:ext uri="{FF2B5EF4-FFF2-40B4-BE49-F238E27FC236}">
                <a16:creationId xmlns:a16="http://schemas.microsoft.com/office/drawing/2014/main" id="{4B154830-F2FF-48CD-A4CF-B8E72A00AB00}"/>
              </a:ext>
            </a:extLst>
          </p:cNvPr>
          <p:cNvSpPr>
            <a:spLocks xmlns:a="http://schemas.openxmlformats.org/drawingml/2006/main" noGrp="1"/>
          </p:cNvSpPr>
          <p:nvPr/>
        </p:nvSpPr>
        <p:spPr>
          <a:xfrm xmlns:a="http://schemas.openxmlformats.org/drawingml/2006/main">
            <a:off x="876300" y="4457700"/>
            <a:ext cx="2076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1">
                <a:solidFill>
                  <a:srgbClr val="68747F"/>
                </a:solidFill>
                <a:latin typeface="LiberationSans"/>
                <a:ea typeface="LiberationSans"/>
                <a:cs typeface="LiberationSans"/>
              </a:defRPr>
            </a:pPr>
            <a:r>
              <a:rPr sz="1275" b="0" i="1">
                <a:solidFill>
                  <a:srgbClr val="68747F"/>
                </a:solidFill>
                <a:latin typeface="LiberationSans"/>
                <a:ea typeface="LiberationSans"/>
                <a:cs typeface="LiberationSans"/>
              </a:rPr>
              <a:t>Sobre cerrado</a:t>
            </a:r>
          </a:p>
        </p:txBody>
      </p:sp>
      <p:sp>
        <p:nvSpPr>
          <p:cNvPr id="14" name="crypto-panel-1">
            <a:extLst xmlns:a="http://schemas.openxmlformats.org/drawingml/2006/main">
              <a:ext uri="{FF2B5EF4-FFF2-40B4-BE49-F238E27FC236}">
                <a16:creationId xmlns:a16="http://schemas.microsoft.com/office/drawing/2014/main" id="{5CEAA447-94AE-435D-993C-54FA93F79837}"/>
              </a:ext>
            </a:extLst>
          </p:cNvPr>
          <p:cNvSpPr>
            <a:spLocks xmlns:a="http://schemas.openxmlformats.org/drawingml/2006/main" noGrp="1"/>
          </p:cNvSpPr>
          <p:nvPr/>
        </p:nvSpPr>
        <p:spPr>
          <a:xfrm xmlns:a="http://schemas.openxmlformats.org/drawingml/2006/main">
            <a:off x="3409950" y="2171700"/>
            <a:ext cx="2457450" cy="2781300"/>
          </a:xfrm>
          <a:prstGeom xmlns:a="http://schemas.openxmlformats.org/drawingml/2006/main" prst="rect">
            <a:avLst/>
          </a:prstGeom>
          <a:solidFill xmlns:a="http://schemas.openxmlformats.org/drawingml/2006/main">
            <a:srgbClr val="F8F1E2"/>
          </a:solidFill>
          <a:ln xmlns:a="http://schemas.openxmlformats.org/drawingml/2006/main" w="0">
            <a:solidFill>
              <a:srgbClr val="F8F1E2"/>
            </a:solidFill>
            <a:prstDash val="solid"/>
          </a:ln>
        </p:spPr>
      </p:sp>
      <p:sp>
        <p:nvSpPr>
          <p:cNvPr id="15" name="crypto-number-1">
            <a:extLst xmlns:a="http://schemas.openxmlformats.org/drawingml/2006/main">
              <a:ext uri="{FF2B5EF4-FFF2-40B4-BE49-F238E27FC236}">
                <a16:creationId xmlns:a16="http://schemas.microsoft.com/office/drawing/2014/main" id="{50087CD2-A0D7-419B-A120-7378E26298C5}"/>
              </a:ext>
            </a:extLst>
          </p:cNvPr>
          <p:cNvSpPr>
            <a:spLocks xmlns:a="http://schemas.openxmlformats.org/drawingml/2006/main" noGrp="1"/>
          </p:cNvSpPr>
          <p:nvPr/>
        </p:nvSpPr>
        <p:spPr>
          <a:xfrm xmlns:a="http://schemas.openxmlformats.org/drawingml/2006/main">
            <a:off x="3600450" y="23812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F27732"/>
                </a:solidFill>
                <a:latin typeface="LiberationSans"/>
                <a:ea typeface="LiberationSans"/>
                <a:cs typeface="LiberationSans"/>
              </a:defRPr>
            </a:pPr>
            <a:r>
              <a:rPr sz="1275" b="1" i="0">
                <a:solidFill>
                  <a:srgbClr val="F27732"/>
                </a:solidFill>
                <a:latin typeface="LiberationSans"/>
                <a:ea typeface="LiberationSans"/>
                <a:cs typeface="LiberationSans"/>
              </a:rPr>
              <a:t>02</a:t>
            </a:r>
          </a:p>
        </p:txBody>
      </p:sp>
      <p:sp>
        <p:nvSpPr>
          <p:cNvPr id="16" name="crypto-title-1">
            <a:extLst xmlns:a="http://schemas.openxmlformats.org/drawingml/2006/main">
              <a:ext uri="{FF2B5EF4-FFF2-40B4-BE49-F238E27FC236}">
                <a16:creationId xmlns:a16="http://schemas.microsoft.com/office/drawing/2014/main" id="{620E1857-1531-4802-8FD7-4E0ED87EDBF5}"/>
              </a:ext>
            </a:extLst>
          </p:cNvPr>
          <p:cNvSpPr>
            <a:spLocks xmlns:a="http://schemas.openxmlformats.org/drawingml/2006/main" noGrp="1"/>
          </p:cNvSpPr>
          <p:nvPr/>
        </p:nvSpPr>
        <p:spPr>
          <a:xfrm xmlns:a="http://schemas.openxmlformats.org/drawingml/2006/main">
            <a:off x="3600450" y="2876550"/>
            <a:ext cx="2076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C3854"/>
                </a:solidFill>
                <a:latin typeface="LiberationSans"/>
                <a:ea typeface="LiberationSans"/>
                <a:cs typeface="LiberationSans"/>
              </a:defRPr>
            </a:pPr>
            <a:r>
              <a:rPr sz="1725" b="1" i="0">
                <a:solidFill>
                  <a:srgbClr val="1C3854"/>
                </a:solidFill>
                <a:latin typeface="LiberationSans"/>
                <a:ea typeface="LiberationSans"/>
                <a:cs typeface="LiberationSans"/>
              </a:rPr>
              <a:t>Hash</a:t>
            </a:r>
          </a:p>
        </p:txBody>
      </p:sp>
      <p:sp>
        <p:nvSpPr>
          <p:cNvPr id="17" name="crypto-description-1">
            <a:extLst xmlns:a="http://schemas.openxmlformats.org/drawingml/2006/main">
              <a:ext uri="{FF2B5EF4-FFF2-40B4-BE49-F238E27FC236}">
                <a16:creationId xmlns:a16="http://schemas.microsoft.com/office/drawing/2014/main" id="{6FA7C46E-96A3-4541-9C98-6F3A254400A7}"/>
              </a:ext>
            </a:extLst>
          </p:cNvPr>
          <p:cNvSpPr>
            <a:spLocks xmlns:a="http://schemas.openxmlformats.org/drawingml/2006/main" noGrp="1"/>
          </p:cNvSpPr>
          <p:nvPr/>
        </p:nvSpPr>
        <p:spPr>
          <a:xfrm xmlns:a="http://schemas.openxmlformats.org/drawingml/2006/main">
            <a:off x="3600450" y="3371850"/>
            <a:ext cx="20764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292F35"/>
                </a:solidFill>
                <a:latin typeface="LiberationSans"/>
                <a:ea typeface="LiberationSans"/>
                <a:cs typeface="LiberationSans"/>
              </a:defRPr>
            </a:pPr>
            <a:r>
              <a:rPr sz="1350" b="0" i="0">
                <a:solidFill>
                  <a:srgbClr val="292F35"/>
                </a:solidFill>
                <a:latin typeface="LiberationSans"/>
                <a:ea typeface="LiberationSans"/>
                <a:cs typeface="LiberationSans"/>
              </a:rPr>
              <a:t>Produce una huella para detectar cambios.</a:t>
            </a:r>
          </a:p>
        </p:txBody>
      </p:sp>
      <p:sp>
        <p:nvSpPr>
          <p:cNvPr id="18" name="crypto-rule-1">
            <a:extLst xmlns:a="http://schemas.openxmlformats.org/drawingml/2006/main">
              <a:ext uri="{FF2B5EF4-FFF2-40B4-BE49-F238E27FC236}">
                <a16:creationId xmlns:a16="http://schemas.microsoft.com/office/drawing/2014/main" id="{8037BCAB-2273-4DE0-92F9-9222136E1406}"/>
              </a:ext>
            </a:extLst>
          </p:cNvPr>
          <p:cNvSpPr>
            <a:spLocks xmlns:a="http://schemas.openxmlformats.org/drawingml/2006/main" noGrp="1"/>
          </p:cNvSpPr>
          <p:nvPr/>
        </p:nvSpPr>
        <p:spPr>
          <a:xfrm xmlns:a="http://schemas.openxmlformats.org/drawingml/2006/main">
            <a:off x="3600450" y="4267200"/>
            <a:ext cx="2076450" cy="0"/>
          </a:xfrm>
          <a:prstGeom xmlns:a="http://schemas.openxmlformats.org/drawingml/2006/main" prst="line">
            <a:avLst/>
          </a:prstGeom>
          <a:noFill xmlns:a="http://schemas.openxmlformats.org/drawingml/2006/main"/>
          <a:ln xmlns:a="http://schemas.openxmlformats.org/drawingml/2006/main" w="19050">
            <a:solidFill>
              <a:srgbClr val="C99B2E"/>
            </a:solidFill>
            <a:prstDash val="solid"/>
          </a:ln>
        </p:spPr>
      </p:sp>
      <p:sp>
        <p:nvSpPr>
          <p:cNvPr id="19" name="crypto-analogy-1">
            <a:extLst xmlns:a="http://schemas.openxmlformats.org/drawingml/2006/main">
              <a:ext uri="{FF2B5EF4-FFF2-40B4-BE49-F238E27FC236}">
                <a16:creationId xmlns:a16="http://schemas.microsoft.com/office/drawing/2014/main" id="{3DB3C382-99A2-49E1-A6C2-1697AD1718F8}"/>
              </a:ext>
            </a:extLst>
          </p:cNvPr>
          <p:cNvSpPr>
            <a:spLocks xmlns:a="http://schemas.openxmlformats.org/drawingml/2006/main" noGrp="1"/>
          </p:cNvSpPr>
          <p:nvPr/>
        </p:nvSpPr>
        <p:spPr>
          <a:xfrm xmlns:a="http://schemas.openxmlformats.org/drawingml/2006/main">
            <a:off x="3600450" y="4457700"/>
            <a:ext cx="2076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1">
                <a:solidFill>
                  <a:srgbClr val="68747F"/>
                </a:solidFill>
                <a:latin typeface="LiberationSans"/>
                <a:ea typeface="LiberationSans"/>
                <a:cs typeface="LiberationSans"/>
              </a:defRPr>
            </a:pPr>
            <a:r>
              <a:rPr sz="1275" b="0" i="1">
                <a:solidFill>
                  <a:srgbClr val="68747F"/>
                </a:solidFill>
                <a:latin typeface="LiberationSans"/>
                <a:ea typeface="LiberationSans"/>
                <a:cs typeface="LiberationSans"/>
              </a:rPr>
              <a:t>Huella digital</a:t>
            </a:r>
          </a:p>
        </p:txBody>
      </p:sp>
      <p:sp>
        <p:nvSpPr>
          <p:cNvPr id="20" name="crypto-panel-2">
            <a:extLst xmlns:a="http://schemas.openxmlformats.org/drawingml/2006/main">
              <a:ext uri="{FF2B5EF4-FFF2-40B4-BE49-F238E27FC236}">
                <a16:creationId xmlns:a16="http://schemas.microsoft.com/office/drawing/2014/main" id="{25A284AA-AB4F-4B03-A488-3A8F69AF41FF}"/>
              </a:ext>
            </a:extLst>
          </p:cNvPr>
          <p:cNvSpPr>
            <a:spLocks xmlns:a="http://schemas.openxmlformats.org/drawingml/2006/main" noGrp="1"/>
          </p:cNvSpPr>
          <p:nvPr/>
        </p:nvSpPr>
        <p:spPr>
          <a:xfrm xmlns:a="http://schemas.openxmlformats.org/drawingml/2006/main">
            <a:off x="6134100" y="2171700"/>
            <a:ext cx="2457450" cy="2781300"/>
          </a:xfrm>
          <a:prstGeom xmlns:a="http://schemas.openxmlformats.org/drawingml/2006/main" prst="rect">
            <a:avLst/>
          </a:prstGeom>
          <a:solidFill xmlns:a="http://schemas.openxmlformats.org/drawingml/2006/main">
            <a:srgbClr val="FCEBE3"/>
          </a:solidFill>
          <a:ln xmlns:a="http://schemas.openxmlformats.org/drawingml/2006/main" w="0">
            <a:solidFill>
              <a:srgbClr val="FCEBE3"/>
            </a:solidFill>
            <a:prstDash val="solid"/>
          </a:ln>
        </p:spPr>
      </p:sp>
      <p:sp>
        <p:nvSpPr>
          <p:cNvPr id="21" name="crypto-number-2">
            <a:extLst xmlns:a="http://schemas.openxmlformats.org/drawingml/2006/main">
              <a:ext uri="{FF2B5EF4-FFF2-40B4-BE49-F238E27FC236}">
                <a16:creationId xmlns:a16="http://schemas.microsoft.com/office/drawing/2014/main" id="{D8486ED4-0BB8-4FF4-B310-95928FEB4D47}"/>
              </a:ext>
            </a:extLst>
          </p:cNvPr>
          <p:cNvSpPr>
            <a:spLocks xmlns:a="http://schemas.openxmlformats.org/drawingml/2006/main" noGrp="1"/>
          </p:cNvSpPr>
          <p:nvPr/>
        </p:nvSpPr>
        <p:spPr>
          <a:xfrm xmlns:a="http://schemas.openxmlformats.org/drawingml/2006/main">
            <a:off x="6324600" y="23812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F27732"/>
                </a:solidFill>
                <a:latin typeface="LiberationSans"/>
                <a:ea typeface="LiberationSans"/>
                <a:cs typeface="LiberationSans"/>
              </a:defRPr>
            </a:pPr>
            <a:r>
              <a:rPr sz="1275" b="1" i="0">
                <a:solidFill>
                  <a:srgbClr val="F27732"/>
                </a:solidFill>
                <a:latin typeface="LiberationSans"/>
                <a:ea typeface="LiberationSans"/>
                <a:cs typeface="LiberationSans"/>
              </a:rPr>
              <a:t>03</a:t>
            </a:r>
          </a:p>
        </p:txBody>
      </p:sp>
      <p:sp>
        <p:nvSpPr>
          <p:cNvPr id="22" name="crypto-title-2">
            <a:extLst xmlns:a="http://schemas.openxmlformats.org/drawingml/2006/main">
              <a:ext uri="{FF2B5EF4-FFF2-40B4-BE49-F238E27FC236}">
                <a16:creationId xmlns:a16="http://schemas.microsoft.com/office/drawing/2014/main" id="{E177BF6E-8A5B-4CA7-85F7-269643DC6D12}"/>
              </a:ext>
            </a:extLst>
          </p:cNvPr>
          <p:cNvSpPr>
            <a:spLocks xmlns:a="http://schemas.openxmlformats.org/drawingml/2006/main" noGrp="1"/>
          </p:cNvSpPr>
          <p:nvPr/>
        </p:nvSpPr>
        <p:spPr>
          <a:xfrm xmlns:a="http://schemas.openxmlformats.org/drawingml/2006/main">
            <a:off x="6324600" y="2876550"/>
            <a:ext cx="2076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C3854"/>
                </a:solidFill>
                <a:latin typeface="LiberationSans"/>
                <a:ea typeface="LiberationSans"/>
                <a:cs typeface="LiberationSans"/>
              </a:defRPr>
            </a:pPr>
            <a:r>
              <a:rPr sz="1725" b="1" i="0">
                <a:solidFill>
                  <a:srgbClr val="1C3854"/>
                </a:solidFill>
                <a:latin typeface="LiberationSans"/>
                <a:ea typeface="LiberationSans"/>
                <a:cs typeface="LiberationSans"/>
              </a:rPr>
              <a:t>Clave</a:t>
            </a:r>
          </a:p>
        </p:txBody>
      </p:sp>
      <p:sp>
        <p:nvSpPr>
          <p:cNvPr id="23" name="crypto-description-2">
            <a:extLst xmlns:a="http://schemas.openxmlformats.org/drawingml/2006/main">
              <a:ext uri="{FF2B5EF4-FFF2-40B4-BE49-F238E27FC236}">
                <a16:creationId xmlns:a16="http://schemas.microsoft.com/office/drawing/2014/main" id="{81DE8AA1-955B-45ED-B0C8-60CC8954997B}"/>
              </a:ext>
            </a:extLst>
          </p:cNvPr>
          <p:cNvSpPr>
            <a:spLocks xmlns:a="http://schemas.openxmlformats.org/drawingml/2006/main" noGrp="1"/>
          </p:cNvSpPr>
          <p:nvPr/>
        </p:nvSpPr>
        <p:spPr>
          <a:xfrm xmlns:a="http://schemas.openxmlformats.org/drawingml/2006/main">
            <a:off x="6324600" y="3371850"/>
            <a:ext cx="20764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292F35"/>
                </a:solidFill>
                <a:latin typeface="LiberationSans"/>
                <a:ea typeface="LiberationSans"/>
                <a:cs typeface="LiberationSans"/>
              </a:defRPr>
            </a:pPr>
            <a:r>
              <a:rPr sz="1350" b="0" i="0">
                <a:solidFill>
                  <a:srgbClr val="292F35"/>
                </a:solidFill>
                <a:latin typeface="LiberationSans"/>
                <a:ea typeface="LiberationSans"/>
                <a:cs typeface="LiberationSans"/>
              </a:rPr>
              <a:t>Permite proteger o verificar una operación criptográfica.</a:t>
            </a:r>
          </a:p>
        </p:txBody>
      </p:sp>
      <p:sp>
        <p:nvSpPr>
          <p:cNvPr id="24" name="crypto-rule-2">
            <a:extLst xmlns:a="http://schemas.openxmlformats.org/drawingml/2006/main">
              <a:ext uri="{FF2B5EF4-FFF2-40B4-BE49-F238E27FC236}">
                <a16:creationId xmlns:a16="http://schemas.microsoft.com/office/drawing/2014/main" id="{1D0FEE40-E554-4AC9-8F0B-5F0BD0879BD8}"/>
              </a:ext>
            </a:extLst>
          </p:cNvPr>
          <p:cNvSpPr>
            <a:spLocks xmlns:a="http://schemas.openxmlformats.org/drawingml/2006/main" noGrp="1"/>
          </p:cNvSpPr>
          <p:nvPr/>
        </p:nvSpPr>
        <p:spPr>
          <a:xfrm xmlns:a="http://schemas.openxmlformats.org/drawingml/2006/main">
            <a:off x="6324600" y="4267200"/>
            <a:ext cx="2076450" cy="0"/>
          </a:xfrm>
          <a:prstGeom xmlns:a="http://schemas.openxmlformats.org/drawingml/2006/main" prst="line">
            <a:avLst/>
          </a:prstGeom>
          <a:noFill xmlns:a="http://schemas.openxmlformats.org/drawingml/2006/main"/>
          <a:ln xmlns:a="http://schemas.openxmlformats.org/drawingml/2006/main" w="19050">
            <a:solidFill>
              <a:srgbClr val="C99B2E"/>
            </a:solidFill>
            <a:prstDash val="solid"/>
          </a:ln>
        </p:spPr>
      </p:sp>
      <p:sp>
        <p:nvSpPr>
          <p:cNvPr id="25" name="crypto-analogy-2">
            <a:extLst xmlns:a="http://schemas.openxmlformats.org/drawingml/2006/main">
              <a:ext uri="{FF2B5EF4-FFF2-40B4-BE49-F238E27FC236}">
                <a16:creationId xmlns:a16="http://schemas.microsoft.com/office/drawing/2014/main" id="{55DD5DA3-F0E4-43AA-9C36-E4DADA5F9B9B}"/>
              </a:ext>
            </a:extLst>
          </p:cNvPr>
          <p:cNvSpPr>
            <a:spLocks xmlns:a="http://schemas.openxmlformats.org/drawingml/2006/main" noGrp="1"/>
          </p:cNvSpPr>
          <p:nvPr/>
        </p:nvSpPr>
        <p:spPr>
          <a:xfrm xmlns:a="http://schemas.openxmlformats.org/drawingml/2006/main">
            <a:off x="6324600" y="4457700"/>
            <a:ext cx="2076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1">
                <a:solidFill>
                  <a:srgbClr val="68747F"/>
                </a:solidFill>
                <a:latin typeface="LiberationSans"/>
                <a:ea typeface="LiberationSans"/>
                <a:cs typeface="LiberationSans"/>
              </a:defRPr>
            </a:pPr>
            <a:r>
              <a:rPr sz="1275" b="0" i="1">
                <a:solidFill>
                  <a:srgbClr val="68747F"/>
                </a:solidFill>
                <a:latin typeface="LiberationSans"/>
                <a:ea typeface="LiberationSans"/>
                <a:cs typeface="LiberationSans"/>
              </a:rPr>
              <a:t>Llave de una caja</a:t>
            </a:r>
          </a:p>
        </p:txBody>
      </p:sp>
      <p:sp>
        <p:nvSpPr>
          <p:cNvPr id="26" name="crypto-panel-3">
            <a:extLst xmlns:a="http://schemas.openxmlformats.org/drawingml/2006/main">
              <a:ext uri="{FF2B5EF4-FFF2-40B4-BE49-F238E27FC236}">
                <a16:creationId xmlns:a16="http://schemas.microsoft.com/office/drawing/2014/main" id="{28D3CE50-BC25-4500-9062-D54BD7D38895}"/>
              </a:ext>
            </a:extLst>
          </p:cNvPr>
          <p:cNvSpPr>
            <a:spLocks xmlns:a="http://schemas.openxmlformats.org/drawingml/2006/main" noGrp="1"/>
          </p:cNvSpPr>
          <p:nvPr/>
        </p:nvSpPr>
        <p:spPr>
          <a:xfrm xmlns:a="http://schemas.openxmlformats.org/drawingml/2006/main">
            <a:off x="8858250" y="2171700"/>
            <a:ext cx="2457450" cy="2781300"/>
          </a:xfrm>
          <a:prstGeom xmlns:a="http://schemas.openxmlformats.org/drawingml/2006/main" prst="rect">
            <a:avLst/>
          </a:prstGeom>
          <a:solidFill xmlns:a="http://schemas.openxmlformats.org/drawingml/2006/main">
            <a:srgbClr val="E7F1ED"/>
          </a:solidFill>
          <a:ln xmlns:a="http://schemas.openxmlformats.org/drawingml/2006/main" w="0">
            <a:solidFill>
              <a:srgbClr val="E7F1ED"/>
            </a:solidFill>
            <a:prstDash val="solid"/>
          </a:ln>
        </p:spPr>
      </p:sp>
      <p:sp>
        <p:nvSpPr>
          <p:cNvPr id="27" name="crypto-number-3">
            <a:extLst xmlns:a="http://schemas.openxmlformats.org/drawingml/2006/main">
              <a:ext uri="{FF2B5EF4-FFF2-40B4-BE49-F238E27FC236}">
                <a16:creationId xmlns:a16="http://schemas.microsoft.com/office/drawing/2014/main" id="{E749E5A2-628E-4C1C-81A0-E2879CC41E0E}"/>
              </a:ext>
            </a:extLst>
          </p:cNvPr>
          <p:cNvSpPr>
            <a:spLocks xmlns:a="http://schemas.openxmlformats.org/drawingml/2006/main" noGrp="1"/>
          </p:cNvSpPr>
          <p:nvPr/>
        </p:nvSpPr>
        <p:spPr>
          <a:xfrm xmlns:a="http://schemas.openxmlformats.org/drawingml/2006/main">
            <a:off x="9048750" y="23812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F27732"/>
                </a:solidFill>
                <a:latin typeface="LiberationSans"/>
                <a:ea typeface="LiberationSans"/>
                <a:cs typeface="LiberationSans"/>
              </a:defRPr>
            </a:pPr>
            <a:r>
              <a:rPr sz="1275" b="1" i="0">
                <a:solidFill>
                  <a:srgbClr val="F27732"/>
                </a:solidFill>
                <a:latin typeface="LiberationSans"/>
                <a:ea typeface="LiberationSans"/>
                <a:cs typeface="LiberationSans"/>
              </a:rPr>
              <a:t>04</a:t>
            </a:r>
          </a:p>
        </p:txBody>
      </p:sp>
      <p:sp>
        <p:nvSpPr>
          <p:cNvPr id="28" name="crypto-title-3">
            <a:extLst xmlns:a="http://schemas.openxmlformats.org/drawingml/2006/main">
              <a:ext uri="{FF2B5EF4-FFF2-40B4-BE49-F238E27FC236}">
                <a16:creationId xmlns:a16="http://schemas.microsoft.com/office/drawing/2014/main" id="{33A359EA-077B-41B0-9669-83B69FC67B82}"/>
              </a:ext>
            </a:extLst>
          </p:cNvPr>
          <p:cNvSpPr>
            <a:spLocks xmlns:a="http://schemas.openxmlformats.org/drawingml/2006/main" noGrp="1"/>
          </p:cNvSpPr>
          <p:nvPr/>
        </p:nvSpPr>
        <p:spPr>
          <a:xfrm xmlns:a="http://schemas.openxmlformats.org/drawingml/2006/main">
            <a:off x="9048750" y="2876550"/>
            <a:ext cx="2076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C3854"/>
                </a:solidFill>
                <a:latin typeface="LiberationSans"/>
                <a:ea typeface="LiberationSans"/>
                <a:cs typeface="LiberationSans"/>
              </a:defRPr>
            </a:pPr>
            <a:r>
              <a:rPr sz="1725" b="1" i="0">
                <a:solidFill>
                  <a:srgbClr val="1C3854"/>
                </a:solidFill>
                <a:latin typeface="LiberationSans"/>
                <a:ea typeface="LiberationSans"/>
                <a:cs typeface="LiberationSans"/>
              </a:rPr>
              <a:t>Firma digital</a:t>
            </a:r>
          </a:p>
        </p:txBody>
      </p:sp>
      <p:sp>
        <p:nvSpPr>
          <p:cNvPr id="29" name="crypto-description-3">
            <a:extLst xmlns:a="http://schemas.openxmlformats.org/drawingml/2006/main">
              <a:ext uri="{FF2B5EF4-FFF2-40B4-BE49-F238E27FC236}">
                <a16:creationId xmlns:a16="http://schemas.microsoft.com/office/drawing/2014/main" id="{1D1D18E1-6489-4DB1-8445-FF57E994743B}"/>
              </a:ext>
            </a:extLst>
          </p:cNvPr>
          <p:cNvSpPr>
            <a:spLocks xmlns:a="http://schemas.openxmlformats.org/drawingml/2006/main" noGrp="1"/>
          </p:cNvSpPr>
          <p:nvPr/>
        </p:nvSpPr>
        <p:spPr>
          <a:xfrm xmlns:a="http://schemas.openxmlformats.org/drawingml/2006/main">
            <a:off x="9048750" y="3371850"/>
            <a:ext cx="20764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292F35"/>
                </a:solidFill>
                <a:latin typeface="LiberationSans"/>
                <a:ea typeface="LiberationSans"/>
                <a:cs typeface="LiberationSans"/>
              </a:defRPr>
            </a:pPr>
            <a:r>
              <a:rPr sz="1350" b="0" i="0">
                <a:solidFill>
                  <a:srgbClr val="292F35"/>
                </a:solidFill>
                <a:latin typeface="LiberationSans"/>
                <a:ea typeface="LiberationSans"/>
                <a:cs typeface="LiberationSans"/>
              </a:rPr>
              <a:t>Ayuda a comprobar origen e integridad.</a:t>
            </a:r>
          </a:p>
        </p:txBody>
      </p:sp>
      <p:sp>
        <p:nvSpPr>
          <p:cNvPr id="30" name="crypto-rule-3">
            <a:extLst xmlns:a="http://schemas.openxmlformats.org/drawingml/2006/main">
              <a:ext uri="{FF2B5EF4-FFF2-40B4-BE49-F238E27FC236}">
                <a16:creationId xmlns:a16="http://schemas.microsoft.com/office/drawing/2014/main" id="{00983E7E-9DAB-49B2-909B-AEDEBD2E28AF}"/>
              </a:ext>
            </a:extLst>
          </p:cNvPr>
          <p:cNvSpPr>
            <a:spLocks xmlns:a="http://schemas.openxmlformats.org/drawingml/2006/main" noGrp="1"/>
          </p:cNvSpPr>
          <p:nvPr/>
        </p:nvSpPr>
        <p:spPr>
          <a:xfrm xmlns:a="http://schemas.openxmlformats.org/drawingml/2006/main">
            <a:off x="9048750" y="4267200"/>
            <a:ext cx="2076450" cy="0"/>
          </a:xfrm>
          <a:prstGeom xmlns:a="http://schemas.openxmlformats.org/drawingml/2006/main" prst="line">
            <a:avLst/>
          </a:prstGeom>
          <a:noFill xmlns:a="http://schemas.openxmlformats.org/drawingml/2006/main"/>
          <a:ln xmlns:a="http://schemas.openxmlformats.org/drawingml/2006/main" w="19050">
            <a:solidFill>
              <a:srgbClr val="C99B2E"/>
            </a:solidFill>
            <a:prstDash val="solid"/>
          </a:ln>
        </p:spPr>
      </p:sp>
      <p:sp>
        <p:nvSpPr>
          <p:cNvPr id="31" name="crypto-analogy-3">
            <a:extLst xmlns:a="http://schemas.openxmlformats.org/drawingml/2006/main">
              <a:ext uri="{FF2B5EF4-FFF2-40B4-BE49-F238E27FC236}">
                <a16:creationId xmlns:a16="http://schemas.microsoft.com/office/drawing/2014/main" id="{076E33B0-4EDD-4B6F-BB6F-32B4421F1A3A}"/>
              </a:ext>
            </a:extLst>
          </p:cNvPr>
          <p:cNvSpPr>
            <a:spLocks xmlns:a="http://schemas.openxmlformats.org/drawingml/2006/main" noGrp="1"/>
          </p:cNvSpPr>
          <p:nvPr/>
        </p:nvSpPr>
        <p:spPr>
          <a:xfrm xmlns:a="http://schemas.openxmlformats.org/drawingml/2006/main">
            <a:off x="9048750" y="4457700"/>
            <a:ext cx="2076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1">
                <a:solidFill>
                  <a:srgbClr val="68747F"/>
                </a:solidFill>
                <a:latin typeface="LiberationSans"/>
                <a:ea typeface="LiberationSans"/>
                <a:cs typeface="LiberationSans"/>
              </a:defRPr>
            </a:pPr>
            <a:r>
              <a:rPr sz="1275" b="0" i="1">
                <a:solidFill>
                  <a:srgbClr val="68747F"/>
                </a:solidFill>
                <a:latin typeface="LiberationSans"/>
                <a:ea typeface="LiberationSans"/>
                <a:cs typeface="LiberationSans"/>
              </a:rPr>
              <a:t>Documento firmado</a:t>
            </a:r>
          </a:p>
        </p:txBody>
      </p:sp>
      <p:sp>
        <p:nvSpPr>
          <p:cNvPr id="32" name="crypto-warning">
            <a:extLst xmlns:a="http://schemas.openxmlformats.org/drawingml/2006/main">
              <a:ext uri="{FF2B5EF4-FFF2-40B4-BE49-F238E27FC236}">
                <a16:creationId xmlns:a16="http://schemas.microsoft.com/office/drawing/2014/main" id="{1E11EB2E-A155-43B6-A0CB-96EF3CCBC47C}"/>
              </a:ext>
            </a:extLst>
          </p:cNvPr>
          <p:cNvSpPr>
            <a:spLocks xmlns:a="http://schemas.openxmlformats.org/drawingml/2006/main" noGrp="1"/>
          </p:cNvSpPr>
          <p:nvPr/>
        </p:nvSpPr>
        <p:spPr>
          <a:xfrm xmlns:a="http://schemas.openxmlformats.org/drawingml/2006/main">
            <a:off x="685800" y="5410200"/>
            <a:ext cx="10820400" cy="571500"/>
          </a:xfrm>
          <a:prstGeom xmlns:a="http://schemas.openxmlformats.org/drawingml/2006/main" prst="rect">
            <a:avLst/>
          </a:prstGeom>
          <a:solidFill xmlns:a="http://schemas.openxmlformats.org/drawingml/2006/main">
            <a:srgbClr val="18324C"/>
          </a:solidFill>
          <a:ln xmlns:a="http://schemas.openxmlformats.org/drawingml/2006/main" w="0">
            <a:solidFill>
              <a:srgbClr val="18324C"/>
            </a:solidFill>
            <a:prstDash val="solid"/>
          </a:ln>
        </p:spPr>
      </p:sp>
      <p:sp>
        <p:nvSpPr>
          <p:cNvPr id="33" name="crypto-warning-text">
            <a:extLst xmlns:a="http://schemas.openxmlformats.org/drawingml/2006/main">
              <a:ext uri="{FF2B5EF4-FFF2-40B4-BE49-F238E27FC236}">
                <a16:creationId xmlns:a16="http://schemas.microsoft.com/office/drawing/2014/main" id="{95825819-A638-46C1-8C44-D434287BD3FE}"/>
              </a:ext>
            </a:extLst>
          </p:cNvPr>
          <p:cNvSpPr>
            <a:spLocks xmlns:a="http://schemas.openxmlformats.org/drawingml/2006/main" noGrp="1"/>
          </p:cNvSpPr>
          <p:nvPr/>
        </p:nvSpPr>
        <p:spPr>
          <a:xfrm xmlns:a="http://schemas.openxmlformats.org/drawingml/2006/main">
            <a:off x="952500" y="5591175"/>
            <a:ext cx="10210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425" b="1" i="0">
                <a:solidFill>
                  <a:srgbClr val="FFFFFF"/>
                </a:solidFill>
                <a:latin typeface="LiberationSans"/>
                <a:ea typeface="LiberationSans"/>
                <a:cs typeface="LiberationSans"/>
              </a:defRPr>
            </a:pPr>
            <a:r>
              <a:rPr sz="1425" b="1" i="0">
                <a:solidFill>
                  <a:srgbClr val="FFFFFF"/>
                </a:solidFill>
                <a:latin typeface="LiberationSans"/>
                <a:ea typeface="LiberationSans"/>
                <a:cs typeface="LiberationSans"/>
              </a:rPr>
              <a:t>Una contraseña no se guarda como texto visible: la aplicación necesita verificarla sin conservarla en claro.</a:t>
            </a:r>
          </a:p>
        </p:txBody>
      </p:sp>
    </p:spTree>
    <p:extLst>
      <p:ext uri="{BB962C8B-B14F-4D97-AF65-F5344CB8AC3E}">
        <p14:creationId xmlns:p14="http://schemas.microsoft.com/office/powerpoint/2010/main" val="827831857"/>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6" name="data-kicker">
            <a:extLst xmlns:a="http://schemas.openxmlformats.org/drawingml/2006/main">
              <a:ext uri="{FF2B5EF4-FFF2-40B4-BE49-F238E27FC236}">
                <a16:creationId xmlns:a16="http://schemas.microsoft.com/office/drawing/2014/main" id="{C05D6BAD-46DA-4F25-8707-23DEAFFF3985}"/>
              </a:ext>
            </a:extLst>
          </p:cNvPr>
          <p:cNvSpPr>
            <a:spLocks xmlns:a="http://schemas.openxmlformats.org/drawingml/2006/main" noGrp="1"/>
          </p:cNvSpPr>
          <p:nvPr/>
        </p:nvSpPr>
        <p:spPr>
          <a:xfrm xmlns:a="http://schemas.openxmlformats.org/drawingml/2006/main">
            <a:off x="685800" y="4000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i="0">
                <a:solidFill>
                  <a:srgbClr val="C99B2E"/>
                </a:solidFill>
                <a:latin typeface="LiberationSans"/>
                <a:ea typeface="LiberationSans"/>
                <a:cs typeface="LiberationSans"/>
              </a:defRPr>
            </a:pPr>
            <a:r>
              <a:rPr sz="1125" b="1" i="0">
                <a:solidFill>
                  <a:srgbClr val="C99B2E"/>
                </a:solidFill>
                <a:latin typeface="LiberationSans"/>
                <a:ea typeface="LiberationSans"/>
                <a:cs typeface="LiberationSans"/>
              </a:rPr>
              <a:t>PROTECCIÓN DE DATOS</a:t>
            </a:r>
          </a:p>
        </p:txBody>
      </p:sp>
      <p:sp>
        <p:nvSpPr>
          <p:cNvPr id="2" name="data-title">
            <a:extLst xmlns:a="http://schemas.openxmlformats.org/drawingml/2006/main">
              <a:ext uri="{FF2B5EF4-FFF2-40B4-BE49-F238E27FC236}">
                <a16:creationId xmlns:a16="http://schemas.microsoft.com/office/drawing/2014/main" id="{D0458E56-674B-46EC-B51B-0224FCD69CBE}"/>
              </a:ext>
            </a:extLst>
          </p:cNvPr>
          <p:cNvSpPr>
            <a:spLocks xmlns:a="http://schemas.openxmlformats.org/drawingml/2006/main" noGrp="1"/>
          </p:cNvSpPr>
          <p:nvPr/>
        </p:nvSpPr>
        <p:spPr>
          <a:xfrm xmlns:a="http://schemas.openxmlformats.org/drawingml/2006/main">
            <a:off x="685800" y="685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150" b="1" i="0">
                <a:solidFill>
                  <a:srgbClr val="1C3854"/>
                </a:solidFill>
                <a:latin typeface="LiberationSans"/>
                <a:ea typeface="LiberationSans"/>
                <a:cs typeface="LiberationSans"/>
              </a:defRPr>
            </a:pPr>
            <a:r>
              <a:rPr sz="3150" b="1" i="0">
                <a:solidFill>
                  <a:srgbClr val="1C3854"/>
                </a:solidFill>
                <a:latin typeface="LiberationSans"/>
                <a:ea typeface="LiberationSans"/>
                <a:cs typeface="LiberationSans"/>
              </a:rPr>
              <a:t>La protección cambia según dónde está el dato</a:t>
            </a:r>
          </a:p>
        </p:txBody>
      </p:sp>
      <p:sp>
        <p:nvSpPr>
          <p:cNvPr id="3" name="data-rule">
            <a:extLst xmlns:a="http://schemas.openxmlformats.org/drawingml/2006/main">
              <a:ext uri="{FF2B5EF4-FFF2-40B4-BE49-F238E27FC236}">
                <a16:creationId xmlns:a16="http://schemas.microsoft.com/office/drawing/2014/main" id="{52CC2B64-B442-41B4-8EA8-89D6BA82C939}"/>
              </a:ext>
            </a:extLst>
          </p:cNvPr>
          <p:cNvSpPr>
            <a:spLocks xmlns:a="http://schemas.openxmlformats.org/drawingml/2006/main" noGrp="1"/>
          </p:cNvSpPr>
          <p:nvPr/>
        </p:nvSpPr>
        <p:spPr>
          <a:xfrm xmlns:a="http://schemas.openxmlformats.org/drawingml/2006/main">
            <a:off x="685800" y="1323975"/>
            <a:ext cx="1104900" cy="47625"/>
          </a:xfrm>
          <a:prstGeom xmlns:a="http://schemas.openxmlformats.org/drawingml/2006/main" prst="rect">
            <a:avLst/>
          </a:prstGeom>
          <a:solidFill xmlns:a="http://schemas.openxmlformats.org/drawingml/2006/main">
            <a:srgbClr val="C99B2E"/>
          </a:solidFill>
          <a:ln xmlns:a="http://schemas.openxmlformats.org/drawingml/2006/main" w="0">
            <a:solidFill>
              <a:srgbClr val="C99B2E"/>
            </a:solidFill>
            <a:prstDash val="solid"/>
          </a:ln>
        </p:spPr>
      </p:sp>
      <p:sp>
        <p:nvSpPr>
          <p:cNvPr id="4" name="data-subtitle">
            <a:extLst xmlns:a="http://schemas.openxmlformats.org/drawingml/2006/main">
              <a:ext uri="{FF2B5EF4-FFF2-40B4-BE49-F238E27FC236}">
                <a16:creationId xmlns:a16="http://schemas.microsoft.com/office/drawing/2014/main" id="{8D21A493-D88E-4368-B6B2-687E314907AB}"/>
              </a:ext>
            </a:extLst>
          </p:cNvPr>
          <p:cNvSpPr>
            <a:spLocks xmlns:a="http://schemas.openxmlformats.org/drawingml/2006/main" noGrp="1"/>
          </p:cNvSpPr>
          <p:nvPr/>
        </p:nvSpPr>
        <p:spPr>
          <a:xfrm xmlns:a="http://schemas.openxmlformats.org/drawingml/2006/main">
            <a:off x="685800" y="15049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68747F"/>
                </a:solidFill>
                <a:latin typeface="LiberationSans"/>
                <a:ea typeface="LiberationSans"/>
                <a:cs typeface="LiberationSans"/>
              </a:defRPr>
            </a:pPr>
            <a:r>
              <a:rPr sz="1500" b="0" i="0">
                <a:solidFill>
                  <a:srgbClr val="68747F"/>
                </a:solidFill>
                <a:latin typeface="LiberationSans"/>
                <a:ea typeface="LiberationSans"/>
                <a:cs typeface="LiberationSans"/>
              </a:rPr>
              <a:t>Primero identificamos la información sensible; después elegimos controles para cada momento de su recorrido.</a:t>
            </a:r>
          </a:p>
        </p:txBody>
      </p:sp>
      <p:sp>
        <p:nvSpPr>
          <p:cNvPr id="5" name="footer-band-11">
            <a:extLst xmlns:a="http://schemas.openxmlformats.org/drawingml/2006/main">
              <a:ext uri="{FF2B5EF4-FFF2-40B4-BE49-F238E27FC236}">
                <a16:creationId xmlns:a16="http://schemas.microsoft.com/office/drawing/2014/main" id="{67B2229F-30ED-4CFA-B9E0-B623E60FAE83}"/>
              </a:ext>
            </a:extLst>
          </p:cNvPr>
          <p:cNvSpPr>
            <a:spLocks xmlns:a="http://schemas.openxmlformats.org/drawingml/2006/main" noGrp="1"/>
          </p:cNvSpPr>
          <p:nvPr/>
        </p:nvSpPr>
        <p:spPr>
          <a:xfrm xmlns:a="http://schemas.openxmlformats.org/drawingml/2006/main">
            <a:off x="0" y="6705600"/>
            <a:ext cx="12192000" cy="152400"/>
          </a:xfrm>
          <a:prstGeom xmlns:a="http://schemas.openxmlformats.org/drawingml/2006/main" prst="rect">
            <a:avLst/>
          </a:prstGeom>
          <a:solidFill xmlns:a="http://schemas.openxmlformats.org/drawingml/2006/main">
            <a:srgbClr val="18324C"/>
          </a:solidFill>
          <a:ln xmlns:a="http://schemas.openxmlformats.org/drawingml/2006/main" w="0">
            <a:solidFill>
              <a:srgbClr val="18324C"/>
            </a:solidFill>
            <a:prstDash val="solid"/>
          </a:ln>
        </p:spPr>
      </p:sp>
      <p:sp>
        <p:nvSpPr>
          <p:cNvPr id="6" name="footer-label-11">
            <a:extLst xmlns:a="http://schemas.openxmlformats.org/drawingml/2006/main">
              <a:ext uri="{FF2B5EF4-FFF2-40B4-BE49-F238E27FC236}">
                <a16:creationId xmlns:a16="http://schemas.microsoft.com/office/drawing/2014/main" id="{E8C43EA2-1E2C-4A4C-9569-DE1D12D3F46A}"/>
              </a:ext>
            </a:extLst>
          </p:cNvPr>
          <p:cNvSpPr>
            <a:spLocks xmlns:a="http://schemas.openxmlformats.org/drawingml/2006/main" noGrp="1"/>
          </p:cNvSpPr>
          <p:nvPr/>
        </p:nvSpPr>
        <p:spPr>
          <a:xfrm xmlns:a="http://schemas.openxmlformats.org/drawingml/2006/main">
            <a:off x="685800" y="64293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75" b="0" i="0">
                <a:solidFill>
                  <a:srgbClr val="68747F"/>
                </a:solidFill>
                <a:latin typeface="LiberationSans"/>
                <a:ea typeface="LiberationSans"/>
                <a:cs typeface="LiberationSans"/>
              </a:defRPr>
            </a:pPr>
            <a:r>
              <a:rPr sz="975" b="0" i="0">
                <a:solidFill>
                  <a:srgbClr val="68747F"/>
                </a:solidFill>
                <a:latin typeface="LiberationSans"/>
                <a:ea typeface="LiberationSans"/>
                <a:cs typeface="LiberationSans"/>
              </a:rPr>
              <a:t>ANÁLISIS Y DISEÑO DE SISTEMAS 2</a:t>
            </a:r>
          </a:p>
        </p:txBody>
      </p:sp>
      <p:sp>
        <p:nvSpPr>
          <p:cNvPr id="7" name="footer-number-11">
            <a:extLst xmlns:a="http://schemas.openxmlformats.org/drawingml/2006/main">
              <a:ext uri="{FF2B5EF4-FFF2-40B4-BE49-F238E27FC236}">
                <a16:creationId xmlns:a16="http://schemas.microsoft.com/office/drawing/2014/main" id="{444D8DE2-2F4D-48E0-9D16-9A78A2464EEB}"/>
              </a:ext>
            </a:extLst>
          </p:cNvPr>
          <p:cNvSpPr>
            <a:spLocks xmlns:a="http://schemas.openxmlformats.org/drawingml/2006/main" noGrp="1"/>
          </p:cNvSpPr>
          <p:nvPr/>
        </p:nvSpPr>
        <p:spPr>
          <a:xfrm xmlns:a="http://schemas.openxmlformats.org/drawingml/2006/main">
            <a:off x="11049000" y="642937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i="0">
                <a:solidFill>
                  <a:srgbClr val="1C3854"/>
                </a:solidFill>
                <a:latin typeface="LiberationSans"/>
                <a:ea typeface="LiberationSans"/>
                <a:cs typeface="LiberationSans"/>
              </a:defRPr>
            </a:pPr>
            <a:r>
              <a:rPr sz="1050" b="1" i="0">
                <a:solidFill>
                  <a:srgbClr val="1C3854"/>
                </a:solidFill>
                <a:latin typeface="LiberationSans"/>
                <a:ea typeface="LiberationSans"/>
                <a:cs typeface="LiberationSans"/>
              </a:rPr>
              <a:t>11</a:t>
            </a:r>
          </a:p>
        </p:txBody>
      </p:sp>
      <p:sp>
        <p:nvSpPr>
          <p:cNvPr id="8" name="data-zone-0">
            <a:extLst xmlns:a="http://schemas.openxmlformats.org/drawingml/2006/main">
              <a:ext uri="{FF2B5EF4-FFF2-40B4-BE49-F238E27FC236}">
                <a16:creationId xmlns:a16="http://schemas.microsoft.com/office/drawing/2014/main" id="{91023802-9AA4-4B8C-A9C9-13F5673B9032}"/>
              </a:ext>
            </a:extLst>
          </p:cNvPr>
          <p:cNvSpPr>
            <a:spLocks xmlns:a="http://schemas.openxmlformats.org/drawingml/2006/main" noGrp="1"/>
          </p:cNvSpPr>
          <p:nvPr/>
        </p:nvSpPr>
        <p:spPr>
          <a:xfrm xmlns:a="http://schemas.openxmlformats.org/drawingml/2006/main">
            <a:off x="685800" y="2305050"/>
            <a:ext cx="3333750" cy="2247900"/>
          </a:xfrm>
          <a:prstGeom xmlns:a="http://schemas.openxmlformats.org/drawingml/2006/main" prst="rect">
            <a:avLst/>
          </a:prstGeom>
          <a:solidFill xmlns:a="http://schemas.openxmlformats.org/drawingml/2006/main">
            <a:srgbClr val="EAF3FA"/>
          </a:solidFill>
          <a:ln xmlns:a="http://schemas.openxmlformats.org/drawingml/2006/main" w="0">
            <a:solidFill>
              <a:srgbClr val="EAF3FA"/>
            </a:solidFill>
            <a:prstDash val="solid"/>
          </a:ln>
        </p:spPr>
      </p:sp>
      <p:sp>
        <p:nvSpPr>
          <p:cNvPr id="9" name="data-zone-title-0">
            <a:extLst xmlns:a="http://schemas.openxmlformats.org/drawingml/2006/main">
              <a:ext uri="{FF2B5EF4-FFF2-40B4-BE49-F238E27FC236}">
                <a16:creationId xmlns:a16="http://schemas.microsoft.com/office/drawing/2014/main" id="{123288E5-4F1A-4847-BAC8-867A6803A598}"/>
              </a:ext>
            </a:extLst>
          </p:cNvPr>
          <p:cNvSpPr>
            <a:spLocks xmlns:a="http://schemas.openxmlformats.org/drawingml/2006/main" noGrp="1"/>
          </p:cNvSpPr>
          <p:nvPr/>
        </p:nvSpPr>
        <p:spPr>
          <a:xfrm xmlns:a="http://schemas.openxmlformats.org/drawingml/2006/main">
            <a:off x="914400" y="2552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C3854"/>
                </a:solidFill>
                <a:latin typeface="LiberationSans"/>
                <a:ea typeface="LiberationSans"/>
                <a:cs typeface="LiberationSans"/>
              </a:defRPr>
            </a:pPr>
            <a:r>
              <a:rPr sz="1875" b="1" i="0">
                <a:solidFill>
                  <a:srgbClr val="1C3854"/>
                </a:solidFill>
                <a:latin typeface="LiberationSans"/>
                <a:ea typeface="LiberationSans"/>
                <a:cs typeface="LiberationSans"/>
              </a:rPr>
              <a:t>En reposo</a:t>
            </a:r>
          </a:p>
        </p:txBody>
      </p:sp>
      <p:sp>
        <p:nvSpPr>
          <p:cNvPr id="10" name="data-zone-example-0">
            <a:extLst xmlns:a="http://schemas.openxmlformats.org/drawingml/2006/main">
              <a:ext uri="{FF2B5EF4-FFF2-40B4-BE49-F238E27FC236}">
                <a16:creationId xmlns:a16="http://schemas.microsoft.com/office/drawing/2014/main" id="{5BC8EE62-C42B-4A67-A5FC-330100636346}"/>
              </a:ext>
            </a:extLst>
          </p:cNvPr>
          <p:cNvSpPr>
            <a:spLocks xmlns:a="http://schemas.openxmlformats.org/drawingml/2006/main" noGrp="1"/>
          </p:cNvSpPr>
          <p:nvPr/>
        </p:nvSpPr>
        <p:spPr>
          <a:xfrm xmlns:a="http://schemas.openxmlformats.org/drawingml/2006/main">
            <a:off x="914400" y="31051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154"/>
          </a:bodyPr>
          <a:lstStyle xmlns:a="http://schemas.openxmlformats.org/drawingml/2006/main"/>
          <a:p xmlns:a="http://schemas.openxmlformats.org/drawingml/2006/main">
            <a:pPr algn="l">
              <a:lnSpc>
                <a:spcPct val="104000"/>
              </a:lnSpc>
              <a:buNone/>
              <a:defRPr sz="1500" b="0" i="0">
                <a:solidFill>
                  <a:srgbClr val="292F35"/>
                </a:solidFill>
                <a:latin typeface="LiberationSans"/>
                <a:ea typeface="LiberationSans"/>
                <a:cs typeface="LiberationSans"/>
              </a:defRPr>
            </a:pPr>
            <a:r>
              <a:rPr sz="1500" b="0" i="0">
                <a:solidFill>
                  <a:srgbClr val="292F35"/>
                </a:solidFill>
                <a:latin typeface="LiberationSans"/>
                <a:ea typeface="LiberationSans"/>
                <a:cs typeface="LiberationSans"/>
              </a:rPr>
              <a:t>Base de datos, respaldos y archivos</a:t>
            </a:r>
          </a:p>
        </p:txBody>
      </p:sp>
      <p:sp>
        <p:nvSpPr>
          <p:cNvPr id="11" name="data-zone-rule-0">
            <a:extLst xmlns:a="http://schemas.openxmlformats.org/drawingml/2006/main">
              <a:ext uri="{FF2B5EF4-FFF2-40B4-BE49-F238E27FC236}">
                <a16:creationId xmlns:a16="http://schemas.microsoft.com/office/drawing/2014/main" id="{C337EE80-0503-4DA5-AFF3-65AAA8F8943A}"/>
              </a:ext>
            </a:extLst>
          </p:cNvPr>
          <p:cNvSpPr>
            <a:spLocks xmlns:a="http://schemas.openxmlformats.org/drawingml/2006/main" noGrp="1"/>
          </p:cNvSpPr>
          <p:nvPr/>
        </p:nvSpPr>
        <p:spPr>
          <a:xfrm xmlns:a="http://schemas.openxmlformats.org/drawingml/2006/main">
            <a:off x="914400" y="3771900"/>
            <a:ext cx="2857500" cy="0"/>
          </a:xfrm>
          <a:prstGeom xmlns:a="http://schemas.openxmlformats.org/drawingml/2006/main" prst="line">
            <a:avLst/>
          </a:prstGeom>
          <a:noFill xmlns:a="http://schemas.openxmlformats.org/drawingml/2006/main"/>
          <a:ln xmlns:a="http://schemas.openxmlformats.org/drawingml/2006/main" w="19050">
            <a:solidFill>
              <a:srgbClr val="C99B2E"/>
            </a:solidFill>
            <a:prstDash val="solid"/>
          </a:ln>
        </p:spPr>
      </p:sp>
      <p:sp>
        <p:nvSpPr>
          <p:cNvPr id="12" name="data-zone-control-0">
            <a:extLst xmlns:a="http://schemas.openxmlformats.org/drawingml/2006/main">
              <a:ext uri="{FF2B5EF4-FFF2-40B4-BE49-F238E27FC236}">
                <a16:creationId xmlns:a16="http://schemas.microsoft.com/office/drawing/2014/main" id="{D01B85AA-A813-4B39-8CB8-F1E8603CEADC}"/>
              </a:ext>
            </a:extLst>
          </p:cNvPr>
          <p:cNvSpPr>
            <a:spLocks xmlns:a="http://schemas.openxmlformats.org/drawingml/2006/main" noGrp="1"/>
          </p:cNvSpPr>
          <p:nvPr/>
        </p:nvSpPr>
        <p:spPr>
          <a:xfrm xmlns:a="http://schemas.openxmlformats.org/drawingml/2006/main">
            <a:off x="914400" y="40005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1" i="0">
                <a:solidFill>
                  <a:srgbClr val="68747F"/>
                </a:solidFill>
                <a:latin typeface="LiberationSans"/>
                <a:ea typeface="LiberationSans"/>
                <a:cs typeface="LiberationSans"/>
              </a:defRPr>
            </a:pPr>
            <a:r>
              <a:rPr sz="1350" b="1" i="0">
                <a:solidFill>
                  <a:srgbClr val="68747F"/>
                </a:solidFill>
                <a:latin typeface="LiberationSans"/>
                <a:ea typeface="LiberationSans"/>
                <a:cs typeface="LiberationSans"/>
              </a:rPr>
              <a:t>Control de acceso y cifrado</a:t>
            </a:r>
          </a:p>
        </p:txBody>
      </p:sp>
      <p:sp>
        <p:nvSpPr>
          <p:cNvPr id="13" name="data-zone-1">
            <a:extLst xmlns:a="http://schemas.openxmlformats.org/drawingml/2006/main">
              <a:ext uri="{FF2B5EF4-FFF2-40B4-BE49-F238E27FC236}">
                <a16:creationId xmlns:a16="http://schemas.microsoft.com/office/drawing/2014/main" id="{5C68787F-420F-4C61-86CD-5027E4005865}"/>
              </a:ext>
            </a:extLst>
          </p:cNvPr>
          <p:cNvSpPr>
            <a:spLocks xmlns:a="http://schemas.openxmlformats.org/drawingml/2006/main" noGrp="1"/>
          </p:cNvSpPr>
          <p:nvPr/>
        </p:nvSpPr>
        <p:spPr>
          <a:xfrm xmlns:a="http://schemas.openxmlformats.org/drawingml/2006/main">
            <a:off x="4362450" y="2305050"/>
            <a:ext cx="3333750" cy="2247900"/>
          </a:xfrm>
          <a:prstGeom xmlns:a="http://schemas.openxmlformats.org/drawingml/2006/main" prst="rect">
            <a:avLst/>
          </a:prstGeom>
          <a:solidFill xmlns:a="http://schemas.openxmlformats.org/drawingml/2006/main">
            <a:srgbClr val="F8F1E2"/>
          </a:solidFill>
          <a:ln xmlns:a="http://schemas.openxmlformats.org/drawingml/2006/main" w="0">
            <a:solidFill>
              <a:srgbClr val="F8F1E2"/>
            </a:solidFill>
            <a:prstDash val="solid"/>
          </a:ln>
        </p:spPr>
      </p:sp>
      <p:sp>
        <p:nvSpPr>
          <p:cNvPr id="14" name="data-zone-title-1">
            <a:extLst xmlns:a="http://schemas.openxmlformats.org/drawingml/2006/main">
              <a:ext uri="{FF2B5EF4-FFF2-40B4-BE49-F238E27FC236}">
                <a16:creationId xmlns:a16="http://schemas.microsoft.com/office/drawing/2014/main" id="{4F86E796-EB24-45B2-86EB-6992E02834DD}"/>
              </a:ext>
            </a:extLst>
          </p:cNvPr>
          <p:cNvSpPr>
            <a:spLocks xmlns:a="http://schemas.openxmlformats.org/drawingml/2006/main" noGrp="1"/>
          </p:cNvSpPr>
          <p:nvPr/>
        </p:nvSpPr>
        <p:spPr>
          <a:xfrm xmlns:a="http://schemas.openxmlformats.org/drawingml/2006/main">
            <a:off x="4591050" y="2552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C3854"/>
                </a:solidFill>
                <a:latin typeface="LiberationSans"/>
                <a:ea typeface="LiberationSans"/>
                <a:cs typeface="LiberationSans"/>
              </a:defRPr>
            </a:pPr>
            <a:r>
              <a:rPr sz="1875" b="1" i="0">
                <a:solidFill>
                  <a:srgbClr val="1C3854"/>
                </a:solidFill>
                <a:latin typeface="LiberationSans"/>
                <a:ea typeface="LiberationSans"/>
                <a:cs typeface="LiberationSans"/>
              </a:rPr>
              <a:t>En tránsito</a:t>
            </a:r>
          </a:p>
        </p:txBody>
      </p:sp>
      <p:sp>
        <p:nvSpPr>
          <p:cNvPr id="15" name="data-zone-example-1">
            <a:extLst xmlns:a="http://schemas.openxmlformats.org/drawingml/2006/main">
              <a:ext uri="{FF2B5EF4-FFF2-40B4-BE49-F238E27FC236}">
                <a16:creationId xmlns:a16="http://schemas.microsoft.com/office/drawing/2014/main" id="{BEDAE238-6869-472F-B389-F68C785FF86B}"/>
              </a:ext>
            </a:extLst>
          </p:cNvPr>
          <p:cNvSpPr>
            <a:spLocks xmlns:a="http://schemas.openxmlformats.org/drawingml/2006/main" noGrp="1"/>
          </p:cNvSpPr>
          <p:nvPr/>
        </p:nvSpPr>
        <p:spPr>
          <a:xfrm xmlns:a="http://schemas.openxmlformats.org/drawingml/2006/main">
            <a:off x="4591050" y="31051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292F35"/>
                </a:solidFill>
                <a:latin typeface="LiberationSans"/>
                <a:ea typeface="LiberationSans"/>
                <a:cs typeface="LiberationSans"/>
              </a:defRPr>
            </a:pPr>
            <a:r>
              <a:rPr sz="1500" b="0" i="0">
                <a:solidFill>
                  <a:srgbClr val="292F35"/>
                </a:solidFill>
                <a:latin typeface="LiberationSans"/>
                <a:ea typeface="LiberationSans"/>
                <a:cs typeface="LiberationSans"/>
              </a:rPr>
              <a:t>Navegador, API y servicios</a:t>
            </a:r>
          </a:p>
        </p:txBody>
      </p:sp>
      <p:sp>
        <p:nvSpPr>
          <p:cNvPr id="16" name="data-zone-rule-1">
            <a:extLst xmlns:a="http://schemas.openxmlformats.org/drawingml/2006/main">
              <a:ext uri="{FF2B5EF4-FFF2-40B4-BE49-F238E27FC236}">
                <a16:creationId xmlns:a16="http://schemas.microsoft.com/office/drawing/2014/main" id="{5335A2D7-FAFC-4163-8BB4-9E1606E10E96}"/>
              </a:ext>
            </a:extLst>
          </p:cNvPr>
          <p:cNvSpPr>
            <a:spLocks xmlns:a="http://schemas.openxmlformats.org/drawingml/2006/main" noGrp="1"/>
          </p:cNvSpPr>
          <p:nvPr/>
        </p:nvSpPr>
        <p:spPr>
          <a:xfrm xmlns:a="http://schemas.openxmlformats.org/drawingml/2006/main">
            <a:off x="4591050" y="3771900"/>
            <a:ext cx="2857500" cy="0"/>
          </a:xfrm>
          <a:prstGeom xmlns:a="http://schemas.openxmlformats.org/drawingml/2006/main" prst="line">
            <a:avLst/>
          </a:prstGeom>
          <a:noFill xmlns:a="http://schemas.openxmlformats.org/drawingml/2006/main"/>
          <a:ln xmlns:a="http://schemas.openxmlformats.org/drawingml/2006/main" w="19050">
            <a:solidFill>
              <a:srgbClr val="C99B2E"/>
            </a:solidFill>
            <a:prstDash val="solid"/>
          </a:ln>
        </p:spPr>
      </p:sp>
      <p:sp>
        <p:nvSpPr>
          <p:cNvPr id="17" name="data-zone-control-1">
            <a:extLst xmlns:a="http://schemas.openxmlformats.org/drawingml/2006/main">
              <a:ext uri="{FF2B5EF4-FFF2-40B4-BE49-F238E27FC236}">
                <a16:creationId xmlns:a16="http://schemas.microsoft.com/office/drawing/2014/main" id="{D593D358-A726-41B3-8F80-5C636AA6AB46}"/>
              </a:ext>
            </a:extLst>
          </p:cNvPr>
          <p:cNvSpPr>
            <a:spLocks xmlns:a="http://schemas.openxmlformats.org/drawingml/2006/main" noGrp="1"/>
          </p:cNvSpPr>
          <p:nvPr/>
        </p:nvSpPr>
        <p:spPr>
          <a:xfrm xmlns:a="http://schemas.openxmlformats.org/drawingml/2006/main">
            <a:off x="4591050" y="40005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350" b="1" i="0">
                <a:solidFill>
                  <a:srgbClr val="68747F"/>
                </a:solidFill>
                <a:latin typeface="LiberationSans"/>
                <a:ea typeface="LiberationSans"/>
                <a:cs typeface="LiberationSans"/>
              </a:defRPr>
            </a:pPr>
            <a:r>
              <a:rPr sz="1350" b="1" i="0">
                <a:solidFill>
                  <a:srgbClr val="68747F"/>
                </a:solidFill>
                <a:latin typeface="LiberationSans"/>
                <a:ea typeface="LiberationSans"/>
                <a:cs typeface="LiberationSans"/>
              </a:rPr>
              <a:t>Canal protegido y validación</a:t>
            </a:r>
          </a:p>
        </p:txBody>
      </p:sp>
      <p:sp>
        <p:nvSpPr>
          <p:cNvPr id="18" name="data-zone-2">
            <a:extLst xmlns:a="http://schemas.openxmlformats.org/drawingml/2006/main">
              <a:ext uri="{FF2B5EF4-FFF2-40B4-BE49-F238E27FC236}">
                <a16:creationId xmlns:a16="http://schemas.microsoft.com/office/drawing/2014/main" id="{91F8DC05-0E39-4D8C-BEAA-FE247B47469C}"/>
              </a:ext>
            </a:extLst>
          </p:cNvPr>
          <p:cNvSpPr>
            <a:spLocks xmlns:a="http://schemas.openxmlformats.org/drawingml/2006/main" noGrp="1"/>
          </p:cNvSpPr>
          <p:nvPr/>
        </p:nvSpPr>
        <p:spPr>
          <a:xfrm xmlns:a="http://schemas.openxmlformats.org/drawingml/2006/main">
            <a:off x="8039100" y="2305050"/>
            <a:ext cx="3333750" cy="2247900"/>
          </a:xfrm>
          <a:prstGeom xmlns:a="http://schemas.openxmlformats.org/drawingml/2006/main" prst="rect">
            <a:avLst/>
          </a:prstGeom>
          <a:solidFill xmlns:a="http://schemas.openxmlformats.org/drawingml/2006/main">
            <a:srgbClr val="FCEBE3"/>
          </a:solidFill>
          <a:ln xmlns:a="http://schemas.openxmlformats.org/drawingml/2006/main" w="0">
            <a:solidFill>
              <a:srgbClr val="FCEBE3"/>
            </a:solidFill>
            <a:prstDash val="solid"/>
          </a:ln>
        </p:spPr>
      </p:sp>
      <p:sp>
        <p:nvSpPr>
          <p:cNvPr id="19" name="data-zone-title-2">
            <a:extLst xmlns:a="http://schemas.openxmlformats.org/drawingml/2006/main">
              <a:ext uri="{FF2B5EF4-FFF2-40B4-BE49-F238E27FC236}">
                <a16:creationId xmlns:a16="http://schemas.microsoft.com/office/drawing/2014/main" id="{9DD3053F-5918-485B-A916-EDA5AA434E07}"/>
              </a:ext>
            </a:extLst>
          </p:cNvPr>
          <p:cNvSpPr>
            <a:spLocks xmlns:a="http://schemas.openxmlformats.org/drawingml/2006/main" noGrp="1"/>
          </p:cNvSpPr>
          <p:nvPr/>
        </p:nvSpPr>
        <p:spPr>
          <a:xfrm xmlns:a="http://schemas.openxmlformats.org/drawingml/2006/main">
            <a:off x="8267700" y="2552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C3854"/>
                </a:solidFill>
                <a:latin typeface="LiberationSans"/>
                <a:ea typeface="LiberationSans"/>
                <a:cs typeface="LiberationSans"/>
              </a:defRPr>
            </a:pPr>
            <a:r>
              <a:rPr sz="1875" b="1" i="0">
                <a:solidFill>
                  <a:srgbClr val="1C3854"/>
                </a:solidFill>
                <a:latin typeface="LiberationSans"/>
                <a:ea typeface="LiberationSans"/>
                <a:cs typeface="LiberationSans"/>
              </a:rPr>
              <a:t>En uso</a:t>
            </a:r>
          </a:p>
        </p:txBody>
      </p:sp>
      <p:sp>
        <p:nvSpPr>
          <p:cNvPr id="20" name="data-zone-example-2">
            <a:extLst xmlns:a="http://schemas.openxmlformats.org/drawingml/2006/main">
              <a:ext uri="{FF2B5EF4-FFF2-40B4-BE49-F238E27FC236}">
                <a16:creationId xmlns:a16="http://schemas.microsoft.com/office/drawing/2014/main" id="{42BEC53E-9FFA-4AA5-A7C5-9A2A03F9835A}"/>
              </a:ext>
            </a:extLst>
          </p:cNvPr>
          <p:cNvSpPr>
            <a:spLocks xmlns:a="http://schemas.openxmlformats.org/drawingml/2006/main" noGrp="1"/>
          </p:cNvSpPr>
          <p:nvPr/>
        </p:nvSpPr>
        <p:spPr>
          <a:xfrm xmlns:a="http://schemas.openxmlformats.org/drawingml/2006/main">
            <a:off x="8267700" y="31051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292F35"/>
                </a:solidFill>
                <a:latin typeface="LiberationSans"/>
                <a:ea typeface="LiberationSans"/>
                <a:cs typeface="LiberationSans"/>
              </a:defRPr>
            </a:pPr>
            <a:r>
              <a:rPr sz="1500" b="0" i="0">
                <a:solidFill>
                  <a:srgbClr val="292F35"/>
                </a:solidFill>
                <a:latin typeface="LiberationSans"/>
                <a:ea typeface="LiberationSans"/>
                <a:cs typeface="LiberationSans"/>
              </a:rPr>
              <a:t>Memoria, pantallas y registros</a:t>
            </a:r>
          </a:p>
        </p:txBody>
      </p:sp>
      <p:sp>
        <p:nvSpPr>
          <p:cNvPr id="21" name="data-zone-rule-2">
            <a:extLst xmlns:a="http://schemas.openxmlformats.org/drawingml/2006/main">
              <a:ext uri="{FF2B5EF4-FFF2-40B4-BE49-F238E27FC236}">
                <a16:creationId xmlns:a16="http://schemas.microsoft.com/office/drawing/2014/main" id="{6E715FE7-A7B4-4C8B-9612-A29728A7DFA8}"/>
              </a:ext>
            </a:extLst>
          </p:cNvPr>
          <p:cNvSpPr>
            <a:spLocks xmlns:a="http://schemas.openxmlformats.org/drawingml/2006/main" noGrp="1"/>
          </p:cNvSpPr>
          <p:nvPr/>
        </p:nvSpPr>
        <p:spPr>
          <a:xfrm xmlns:a="http://schemas.openxmlformats.org/drawingml/2006/main">
            <a:off x="8267700" y="3771900"/>
            <a:ext cx="2857500" cy="0"/>
          </a:xfrm>
          <a:prstGeom xmlns:a="http://schemas.openxmlformats.org/drawingml/2006/main" prst="line">
            <a:avLst/>
          </a:prstGeom>
          <a:noFill xmlns:a="http://schemas.openxmlformats.org/drawingml/2006/main"/>
          <a:ln xmlns:a="http://schemas.openxmlformats.org/drawingml/2006/main" w="19050">
            <a:solidFill>
              <a:srgbClr val="C99B2E"/>
            </a:solidFill>
            <a:prstDash val="solid"/>
          </a:ln>
        </p:spPr>
      </p:sp>
      <p:sp>
        <p:nvSpPr>
          <p:cNvPr id="22" name="data-zone-control-2">
            <a:extLst xmlns:a="http://schemas.openxmlformats.org/drawingml/2006/main">
              <a:ext uri="{FF2B5EF4-FFF2-40B4-BE49-F238E27FC236}">
                <a16:creationId xmlns:a16="http://schemas.microsoft.com/office/drawing/2014/main" id="{FA2E8719-2099-4ACF-97C5-0F0E586D8C98}"/>
              </a:ext>
            </a:extLst>
          </p:cNvPr>
          <p:cNvSpPr>
            <a:spLocks xmlns:a="http://schemas.openxmlformats.org/drawingml/2006/main" noGrp="1"/>
          </p:cNvSpPr>
          <p:nvPr/>
        </p:nvSpPr>
        <p:spPr>
          <a:xfrm xmlns:a="http://schemas.openxmlformats.org/drawingml/2006/main">
            <a:off x="8267700" y="40005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lgn="l">
              <a:lnSpc>
                <a:spcPct val="104000"/>
              </a:lnSpc>
              <a:buNone/>
              <a:defRPr sz="1350" b="1" i="0">
                <a:solidFill>
                  <a:srgbClr val="68747F"/>
                </a:solidFill>
                <a:latin typeface="LiberationSans"/>
                <a:ea typeface="LiberationSans"/>
                <a:cs typeface="LiberationSans"/>
              </a:defRPr>
            </a:pPr>
            <a:r>
              <a:rPr sz="1350" b="1" i="0">
                <a:solidFill>
                  <a:srgbClr val="68747F"/>
                </a:solidFill>
                <a:latin typeface="LiberationSans"/>
                <a:ea typeface="LiberationSans"/>
                <a:cs typeface="LiberationSans"/>
              </a:rPr>
              <a:t>Minimizar exposición y enmascarar</a:t>
            </a:r>
          </a:p>
        </p:txBody>
      </p:sp>
      <p:sp>
        <p:nvSpPr>
          <p:cNvPr id="23" name="data-bottom">
            <a:extLst xmlns:a="http://schemas.openxmlformats.org/drawingml/2006/main">
              <a:ext uri="{FF2B5EF4-FFF2-40B4-BE49-F238E27FC236}">
                <a16:creationId xmlns:a16="http://schemas.microsoft.com/office/drawing/2014/main" id="{CD8C7DDB-F707-4779-9811-08C840AB25E9}"/>
              </a:ext>
            </a:extLst>
          </p:cNvPr>
          <p:cNvSpPr>
            <a:spLocks xmlns:a="http://schemas.openxmlformats.org/drawingml/2006/main" noGrp="1"/>
          </p:cNvSpPr>
          <p:nvPr/>
        </p:nvSpPr>
        <p:spPr>
          <a:xfrm xmlns:a="http://schemas.openxmlformats.org/drawingml/2006/main">
            <a:off x="685800" y="5010150"/>
            <a:ext cx="10820400" cy="971550"/>
          </a:xfrm>
          <a:prstGeom xmlns:a="http://schemas.openxmlformats.org/drawingml/2006/main" prst="rect">
            <a:avLst/>
          </a:prstGeom>
          <a:solidFill xmlns:a="http://schemas.openxmlformats.org/drawingml/2006/main">
            <a:srgbClr val="FFFFFF"/>
          </a:solidFill>
          <a:ln xmlns:a="http://schemas.openxmlformats.org/drawingml/2006/main" w="9525">
            <a:solidFill>
              <a:srgbClr val="D5DEE5"/>
            </a:solidFill>
            <a:prstDash val="solid"/>
          </a:ln>
        </p:spPr>
      </p:sp>
      <p:sp>
        <p:nvSpPr>
          <p:cNvPr id="24" name="data-bottom-title">
            <a:extLst xmlns:a="http://schemas.openxmlformats.org/drawingml/2006/main">
              <a:ext uri="{FF2B5EF4-FFF2-40B4-BE49-F238E27FC236}">
                <a16:creationId xmlns:a16="http://schemas.microsoft.com/office/drawing/2014/main" id="{BCB1E79F-3573-4C44-991A-9EBDC01208F1}"/>
              </a:ext>
            </a:extLst>
          </p:cNvPr>
          <p:cNvSpPr>
            <a:spLocks xmlns:a="http://schemas.openxmlformats.org/drawingml/2006/main" noGrp="1"/>
          </p:cNvSpPr>
          <p:nvPr/>
        </p:nvSpPr>
        <p:spPr>
          <a:xfrm xmlns:a="http://schemas.openxmlformats.org/drawingml/2006/main">
            <a:off x="952500" y="52387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i="0">
                <a:solidFill>
                  <a:srgbClr val="F27732"/>
                </a:solidFill>
                <a:latin typeface="LiberationSans"/>
                <a:ea typeface="LiberationSans"/>
                <a:cs typeface="LiberationSans"/>
              </a:defRPr>
            </a:pPr>
            <a:r>
              <a:rPr sz="1350" b="1" i="0">
                <a:solidFill>
                  <a:srgbClr val="F27732"/>
                </a:solidFill>
                <a:latin typeface="LiberationSans"/>
                <a:ea typeface="LiberationSans"/>
                <a:cs typeface="LiberationSans"/>
              </a:rPr>
              <a:t>Pregunta para el diseño</a:t>
            </a:r>
          </a:p>
        </p:txBody>
      </p:sp>
      <p:sp>
        <p:nvSpPr>
          <p:cNvPr id="25" name="data-bottom-text">
            <a:extLst xmlns:a="http://schemas.openxmlformats.org/drawingml/2006/main">
              <a:ext uri="{FF2B5EF4-FFF2-40B4-BE49-F238E27FC236}">
                <a16:creationId xmlns:a16="http://schemas.microsoft.com/office/drawing/2014/main" id="{ED467E9D-BAFA-41F9-B529-DBCBDC9BC434}"/>
              </a:ext>
            </a:extLst>
          </p:cNvPr>
          <p:cNvSpPr>
            <a:spLocks xmlns:a="http://schemas.openxmlformats.org/drawingml/2006/main" noGrp="1"/>
          </p:cNvSpPr>
          <p:nvPr/>
        </p:nvSpPr>
        <p:spPr>
          <a:xfrm xmlns:a="http://schemas.openxmlformats.org/drawingml/2006/main">
            <a:off x="3524250" y="5219700"/>
            <a:ext cx="7334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7848"/>
          </a:bodyPr>
          <a:lstStyle xmlns:a="http://schemas.openxmlformats.org/drawingml/2006/main"/>
          <a:p xmlns:a="http://schemas.openxmlformats.org/drawingml/2006/main">
            <a:pPr algn="l">
              <a:lnSpc>
                <a:spcPct val="102000"/>
              </a:lnSpc>
              <a:buNone/>
              <a:defRPr sz="1800" b="1" i="0">
                <a:solidFill>
                  <a:srgbClr val="1C3854"/>
                </a:solidFill>
                <a:latin typeface="LiberationSans"/>
                <a:ea typeface="LiberationSans"/>
                <a:cs typeface="LiberationSans"/>
              </a:defRPr>
            </a:pPr>
            <a:r>
              <a:rPr sz="1800" b="1" i="0">
                <a:solidFill>
                  <a:srgbClr val="1C3854"/>
                </a:solidFill>
                <a:latin typeface="LiberationSans"/>
                <a:ea typeface="LiberationSans"/>
                <a:cs typeface="LiberationSans"/>
              </a:rPr>
              <a:t>¿Qué datos necesita realmente cada componente y cuánto tiempo debe conservarlos?</a:t>
            </a:r>
          </a:p>
        </p:txBody>
      </p:sp>
    </p:spTree>
    <p:extLst>
      <p:ext uri="{BB962C8B-B14F-4D97-AF65-F5344CB8AC3E}">
        <p14:creationId xmlns:p14="http://schemas.microsoft.com/office/powerpoint/2010/main" val="284612829"/>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3" name="monitoring-kicker">
            <a:extLst xmlns:a="http://schemas.openxmlformats.org/drawingml/2006/main">
              <a:ext uri="{FF2B5EF4-FFF2-40B4-BE49-F238E27FC236}">
                <a16:creationId xmlns:a16="http://schemas.microsoft.com/office/drawing/2014/main" id="{2C09100F-495C-401E-9A1D-F716D590332B}"/>
              </a:ext>
            </a:extLst>
          </p:cNvPr>
          <p:cNvSpPr>
            <a:spLocks xmlns:a="http://schemas.openxmlformats.org/drawingml/2006/main" noGrp="1"/>
          </p:cNvSpPr>
          <p:nvPr/>
        </p:nvSpPr>
        <p:spPr>
          <a:xfrm xmlns:a="http://schemas.openxmlformats.org/drawingml/2006/main">
            <a:off x="685800" y="4000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i="0">
                <a:solidFill>
                  <a:srgbClr val="C99B2E"/>
                </a:solidFill>
                <a:latin typeface="LiberationSans"/>
                <a:ea typeface="LiberationSans"/>
                <a:cs typeface="LiberationSans"/>
              </a:defRPr>
            </a:pPr>
            <a:r>
              <a:rPr sz="1125" b="1" i="0">
                <a:solidFill>
                  <a:srgbClr val="C99B2E"/>
                </a:solidFill>
                <a:latin typeface="LiberationSans"/>
                <a:ea typeface="LiberationSans"/>
                <a:cs typeface="LiberationSans"/>
              </a:rPr>
              <a:t>MONITORIZACIÓN</a:t>
            </a:r>
          </a:p>
        </p:txBody>
      </p:sp>
      <p:sp>
        <p:nvSpPr>
          <p:cNvPr id="2" name="monitoring-title">
            <a:extLst xmlns:a="http://schemas.openxmlformats.org/drawingml/2006/main">
              <a:ext uri="{FF2B5EF4-FFF2-40B4-BE49-F238E27FC236}">
                <a16:creationId xmlns:a16="http://schemas.microsoft.com/office/drawing/2014/main" id="{D1018977-4A72-46CF-93BD-F5FEB2C75958}"/>
              </a:ext>
            </a:extLst>
          </p:cNvPr>
          <p:cNvSpPr>
            <a:spLocks xmlns:a="http://schemas.openxmlformats.org/drawingml/2006/main" noGrp="1"/>
          </p:cNvSpPr>
          <p:nvPr/>
        </p:nvSpPr>
        <p:spPr>
          <a:xfrm xmlns:a="http://schemas.openxmlformats.org/drawingml/2006/main">
            <a:off x="685800" y="685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150" b="1" i="0">
                <a:solidFill>
                  <a:srgbClr val="1C3854"/>
                </a:solidFill>
                <a:latin typeface="LiberationSans"/>
                <a:ea typeface="LiberationSans"/>
                <a:cs typeface="LiberationSans"/>
              </a:defRPr>
            </a:pPr>
            <a:r>
              <a:rPr sz="3150" b="1" i="0">
                <a:solidFill>
                  <a:srgbClr val="1C3854"/>
                </a:solidFill>
                <a:latin typeface="LiberationSans"/>
                <a:ea typeface="LiberationSans"/>
                <a:cs typeface="LiberationSans"/>
              </a:rPr>
              <a:t>Ver señales antes de ver daños</a:t>
            </a:r>
          </a:p>
        </p:txBody>
      </p:sp>
      <p:sp>
        <p:nvSpPr>
          <p:cNvPr id="3" name="monitoring-rule">
            <a:extLst xmlns:a="http://schemas.openxmlformats.org/drawingml/2006/main">
              <a:ext uri="{FF2B5EF4-FFF2-40B4-BE49-F238E27FC236}">
                <a16:creationId xmlns:a16="http://schemas.microsoft.com/office/drawing/2014/main" id="{E118519A-B326-4806-A45B-C08BA86AD04B}"/>
              </a:ext>
            </a:extLst>
          </p:cNvPr>
          <p:cNvSpPr>
            <a:spLocks xmlns:a="http://schemas.openxmlformats.org/drawingml/2006/main" noGrp="1"/>
          </p:cNvSpPr>
          <p:nvPr/>
        </p:nvSpPr>
        <p:spPr>
          <a:xfrm xmlns:a="http://schemas.openxmlformats.org/drawingml/2006/main">
            <a:off x="685800" y="1323975"/>
            <a:ext cx="1104900" cy="47625"/>
          </a:xfrm>
          <a:prstGeom xmlns:a="http://schemas.openxmlformats.org/drawingml/2006/main" prst="rect">
            <a:avLst/>
          </a:prstGeom>
          <a:solidFill xmlns:a="http://schemas.openxmlformats.org/drawingml/2006/main">
            <a:srgbClr val="C99B2E"/>
          </a:solidFill>
          <a:ln xmlns:a="http://schemas.openxmlformats.org/drawingml/2006/main" w="0">
            <a:solidFill>
              <a:srgbClr val="C99B2E"/>
            </a:solidFill>
            <a:prstDash val="solid"/>
          </a:ln>
        </p:spPr>
      </p:sp>
      <p:sp>
        <p:nvSpPr>
          <p:cNvPr id="4" name="monitoring-subtitle">
            <a:extLst xmlns:a="http://schemas.openxmlformats.org/drawingml/2006/main">
              <a:ext uri="{FF2B5EF4-FFF2-40B4-BE49-F238E27FC236}">
                <a16:creationId xmlns:a16="http://schemas.microsoft.com/office/drawing/2014/main" id="{7B879968-91A8-4DB9-AA3B-1BF74B080B8B}"/>
              </a:ext>
            </a:extLst>
          </p:cNvPr>
          <p:cNvSpPr>
            <a:spLocks xmlns:a="http://schemas.openxmlformats.org/drawingml/2006/main" noGrp="1"/>
          </p:cNvSpPr>
          <p:nvPr/>
        </p:nvSpPr>
        <p:spPr>
          <a:xfrm xmlns:a="http://schemas.openxmlformats.org/drawingml/2006/main">
            <a:off x="685800" y="15049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68747F"/>
                </a:solidFill>
                <a:latin typeface="LiberationSans"/>
                <a:ea typeface="LiberationSans"/>
                <a:cs typeface="LiberationSans"/>
              </a:defRPr>
            </a:pPr>
            <a:r>
              <a:rPr sz="1500" b="0" i="0">
                <a:solidFill>
                  <a:srgbClr val="68747F"/>
                </a:solidFill>
                <a:latin typeface="LiberationSans"/>
                <a:ea typeface="LiberationSans"/>
                <a:cs typeface="LiberationSans"/>
              </a:rPr>
              <a:t>Los registros y las alertas convierten la actividad del sistema en evidencia para investigar.</a:t>
            </a:r>
          </a:p>
        </p:txBody>
      </p:sp>
      <p:sp>
        <p:nvSpPr>
          <p:cNvPr id="5" name="footer-band-12">
            <a:extLst xmlns:a="http://schemas.openxmlformats.org/drawingml/2006/main">
              <a:ext uri="{FF2B5EF4-FFF2-40B4-BE49-F238E27FC236}">
                <a16:creationId xmlns:a16="http://schemas.microsoft.com/office/drawing/2014/main" id="{F15858ED-E5C8-40CF-A747-BB94D55DFE86}"/>
              </a:ext>
            </a:extLst>
          </p:cNvPr>
          <p:cNvSpPr>
            <a:spLocks xmlns:a="http://schemas.openxmlformats.org/drawingml/2006/main" noGrp="1"/>
          </p:cNvSpPr>
          <p:nvPr/>
        </p:nvSpPr>
        <p:spPr>
          <a:xfrm xmlns:a="http://schemas.openxmlformats.org/drawingml/2006/main">
            <a:off x="0" y="6705600"/>
            <a:ext cx="12192000" cy="152400"/>
          </a:xfrm>
          <a:prstGeom xmlns:a="http://schemas.openxmlformats.org/drawingml/2006/main" prst="rect">
            <a:avLst/>
          </a:prstGeom>
          <a:solidFill xmlns:a="http://schemas.openxmlformats.org/drawingml/2006/main">
            <a:srgbClr val="18324C"/>
          </a:solidFill>
          <a:ln xmlns:a="http://schemas.openxmlformats.org/drawingml/2006/main" w="0">
            <a:solidFill>
              <a:srgbClr val="18324C"/>
            </a:solidFill>
            <a:prstDash val="solid"/>
          </a:ln>
        </p:spPr>
      </p:sp>
      <p:sp>
        <p:nvSpPr>
          <p:cNvPr id="6" name="footer-label-12">
            <a:extLst xmlns:a="http://schemas.openxmlformats.org/drawingml/2006/main">
              <a:ext uri="{FF2B5EF4-FFF2-40B4-BE49-F238E27FC236}">
                <a16:creationId xmlns:a16="http://schemas.microsoft.com/office/drawing/2014/main" id="{57B699D9-2D39-46DF-92A3-2CD082CF23A4}"/>
              </a:ext>
            </a:extLst>
          </p:cNvPr>
          <p:cNvSpPr>
            <a:spLocks xmlns:a="http://schemas.openxmlformats.org/drawingml/2006/main" noGrp="1"/>
          </p:cNvSpPr>
          <p:nvPr/>
        </p:nvSpPr>
        <p:spPr>
          <a:xfrm xmlns:a="http://schemas.openxmlformats.org/drawingml/2006/main">
            <a:off x="685800" y="64293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75" b="0" i="0">
                <a:solidFill>
                  <a:srgbClr val="68747F"/>
                </a:solidFill>
                <a:latin typeface="LiberationSans"/>
                <a:ea typeface="LiberationSans"/>
                <a:cs typeface="LiberationSans"/>
              </a:defRPr>
            </a:pPr>
            <a:r>
              <a:rPr sz="975" b="0" i="0">
                <a:solidFill>
                  <a:srgbClr val="68747F"/>
                </a:solidFill>
                <a:latin typeface="LiberationSans"/>
                <a:ea typeface="LiberationSans"/>
                <a:cs typeface="LiberationSans"/>
              </a:rPr>
              <a:t>ANÁLISIS Y DISEÑO DE SISTEMAS 2</a:t>
            </a:r>
          </a:p>
        </p:txBody>
      </p:sp>
      <p:sp>
        <p:nvSpPr>
          <p:cNvPr id="7" name="footer-number-12">
            <a:extLst xmlns:a="http://schemas.openxmlformats.org/drawingml/2006/main">
              <a:ext uri="{FF2B5EF4-FFF2-40B4-BE49-F238E27FC236}">
                <a16:creationId xmlns:a16="http://schemas.microsoft.com/office/drawing/2014/main" id="{890CDE20-53F5-4872-8B26-20814C78C1F5}"/>
              </a:ext>
            </a:extLst>
          </p:cNvPr>
          <p:cNvSpPr>
            <a:spLocks xmlns:a="http://schemas.openxmlformats.org/drawingml/2006/main" noGrp="1"/>
          </p:cNvSpPr>
          <p:nvPr/>
        </p:nvSpPr>
        <p:spPr>
          <a:xfrm xmlns:a="http://schemas.openxmlformats.org/drawingml/2006/main">
            <a:off x="11049000" y="642937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i="0">
                <a:solidFill>
                  <a:srgbClr val="1C3854"/>
                </a:solidFill>
                <a:latin typeface="LiberationSans"/>
                <a:ea typeface="LiberationSans"/>
                <a:cs typeface="LiberationSans"/>
              </a:defRPr>
            </a:pPr>
            <a:r>
              <a:rPr sz="1050" b="1" i="0">
                <a:solidFill>
                  <a:srgbClr val="1C3854"/>
                </a:solidFill>
                <a:latin typeface="LiberationSans"/>
                <a:ea typeface="LiberationSans"/>
                <a:cs typeface="LiberationSans"/>
              </a:rPr>
              <a:t>12</a:t>
            </a:r>
          </a:p>
        </p:txBody>
      </p:sp>
      <p:sp>
        <p:nvSpPr>
          <p:cNvPr id="8" name="monitoring-left">
            <a:extLst xmlns:a="http://schemas.openxmlformats.org/drawingml/2006/main">
              <a:ext uri="{FF2B5EF4-FFF2-40B4-BE49-F238E27FC236}">
                <a16:creationId xmlns:a16="http://schemas.microsoft.com/office/drawing/2014/main" id="{93D43741-754C-41E0-962B-5CF214E11384}"/>
              </a:ext>
            </a:extLst>
          </p:cNvPr>
          <p:cNvSpPr>
            <a:spLocks xmlns:a="http://schemas.openxmlformats.org/drawingml/2006/main" noGrp="1"/>
          </p:cNvSpPr>
          <p:nvPr/>
        </p:nvSpPr>
        <p:spPr>
          <a:xfrm xmlns:a="http://schemas.openxmlformats.org/drawingml/2006/main">
            <a:off x="685800" y="2133600"/>
            <a:ext cx="5562600" cy="3238500"/>
          </a:xfrm>
          <a:prstGeom xmlns:a="http://schemas.openxmlformats.org/drawingml/2006/main" prst="rect">
            <a:avLst/>
          </a:prstGeom>
          <a:solidFill xmlns:a="http://schemas.openxmlformats.org/drawingml/2006/main">
            <a:srgbClr val="FFFFFF"/>
          </a:solidFill>
          <a:ln xmlns:a="http://schemas.openxmlformats.org/drawingml/2006/main" w="9525">
            <a:solidFill>
              <a:srgbClr val="D5DEE5"/>
            </a:solidFill>
            <a:prstDash val="solid"/>
          </a:ln>
        </p:spPr>
      </p:sp>
      <p:sp>
        <p:nvSpPr>
          <p:cNvPr id="9" name="monitoring-left-title">
            <a:extLst xmlns:a="http://schemas.openxmlformats.org/drawingml/2006/main">
              <a:ext uri="{FF2B5EF4-FFF2-40B4-BE49-F238E27FC236}">
                <a16:creationId xmlns:a16="http://schemas.microsoft.com/office/drawing/2014/main" id="{23D420AC-9106-462E-A0A3-98C46A4E3005}"/>
              </a:ext>
            </a:extLst>
          </p:cNvPr>
          <p:cNvSpPr>
            <a:spLocks xmlns:a="http://schemas.openxmlformats.org/drawingml/2006/main" noGrp="1"/>
          </p:cNvSpPr>
          <p:nvPr/>
        </p:nvSpPr>
        <p:spPr>
          <a:xfrm xmlns:a="http://schemas.openxmlformats.org/drawingml/2006/main">
            <a:off x="990600" y="241935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C3854"/>
                </a:solidFill>
                <a:latin typeface="LiberationSans"/>
                <a:ea typeface="LiberationSans"/>
                <a:cs typeface="LiberationSans"/>
              </a:defRPr>
            </a:pPr>
            <a:r>
              <a:rPr sz="1875" b="1" i="0">
                <a:solidFill>
                  <a:srgbClr val="1C3854"/>
                </a:solidFill>
                <a:latin typeface="LiberationSans"/>
                <a:ea typeface="LiberationSans"/>
                <a:cs typeface="LiberationSans"/>
              </a:rPr>
              <a:t>¿Qué observar?</a:t>
            </a:r>
          </a:p>
        </p:txBody>
      </p:sp>
      <p:sp>
        <p:nvSpPr>
          <p:cNvPr id="10" name="monitoring-left-list">
            <a:extLst xmlns:a="http://schemas.openxmlformats.org/drawingml/2006/main">
              <a:ext uri="{FF2B5EF4-FFF2-40B4-BE49-F238E27FC236}">
                <a16:creationId xmlns:a16="http://schemas.microsoft.com/office/drawing/2014/main" id="{960C0D68-E2CC-4859-AF08-D362293228B0}"/>
              </a:ext>
            </a:extLst>
          </p:cNvPr>
          <p:cNvSpPr>
            <a:spLocks xmlns:a="http://schemas.openxmlformats.org/drawingml/2006/main" noGrp="1"/>
          </p:cNvSpPr>
          <p:nvPr/>
        </p:nvSpPr>
        <p:spPr>
          <a:xfrm xmlns:a="http://schemas.openxmlformats.org/drawingml/2006/main">
            <a:off x="1028700" y="3009900"/>
            <a:ext cx="4762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28600" indent="-114300">
              <a:lnSpc>
                <a:spcPct val="112000"/>
              </a:lnSpc>
              <a:spcAft>
                <a:spcPts val="900"/>
              </a:spcAft>
              <a:buNone/>
              <a:defRPr sz="1500" b="0">
                <a:solidFill>
                  <a:srgbClr val="292F35"/>
                </a:solidFill>
                <a:latin typeface="LiberationSans"/>
                <a:ea typeface="LiberationSans"/>
                <a:cs typeface="LiberationSans"/>
              </a:defRPr>
            </a:pPr>
            <a:r>
              <a:rPr sz="1500" b="0">
                <a:solidFill>
                  <a:srgbClr val="292F35"/>
                </a:solidFill>
                <a:latin typeface="LiberationSans"/>
                <a:ea typeface="LiberationSans"/>
                <a:cs typeface="LiberationSans"/>
              </a:rPr>
              <a:t>Intentos de inicio de sesión y cambios de permisos</a:t>
            </a:r>
          </a:p>
          <a:p xmlns:a="http://schemas.openxmlformats.org/drawingml/2006/main">
            <a:pPr marL="228600" indent="-114300">
              <a:lnSpc>
                <a:spcPct val="112000"/>
              </a:lnSpc>
              <a:spcAft>
                <a:spcPts val="900"/>
              </a:spcAft>
              <a:buNone/>
              <a:defRPr sz="1500" b="0">
                <a:solidFill>
                  <a:srgbClr val="292F35"/>
                </a:solidFill>
                <a:latin typeface="LiberationSans"/>
                <a:ea typeface="LiberationSans"/>
                <a:cs typeface="LiberationSans"/>
              </a:defRPr>
            </a:pPr>
            <a:r>
              <a:rPr sz="1500" b="0">
                <a:solidFill>
                  <a:srgbClr val="292F35"/>
                </a:solidFill>
                <a:latin typeface="LiberationSans"/>
                <a:ea typeface="LiberationSans"/>
                <a:cs typeface="LiberationSans"/>
              </a:rPr>
              <a:t>Solicitudes inusuales o errores repetidos</a:t>
            </a:r>
          </a:p>
          <a:p xmlns:a="http://schemas.openxmlformats.org/drawingml/2006/main">
            <a:pPr marL="228600" indent="-114300">
              <a:lnSpc>
                <a:spcPct val="112000"/>
              </a:lnSpc>
              <a:spcAft>
                <a:spcPts val="900"/>
              </a:spcAft>
              <a:buNone/>
              <a:defRPr sz="1500" b="0">
                <a:solidFill>
                  <a:srgbClr val="292F35"/>
                </a:solidFill>
                <a:latin typeface="LiberationSans"/>
                <a:ea typeface="LiberationSans"/>
                <a:cs typeface="LiberationSans"/>
              </a:defRPr>
            </a:pPr>
            <a:r>
              <a:rPr sz="1500" b="0">
                <a:solidFill>
                  <a:srgbClr val="292F35"/>
                </a:solidFill>
                <a:latin typeface="LiberationSans"/>
                <a:ea typeface="LiberationSans"/>
                <a:cs typeface="LiberationSans"/>
              </a:rPr>
              <a:t>Acceso a información sensible</a:t>
            </a:r>
          </a:p>
          <a:p xmlns:a="http://schemas.openxmlformats.org/drawingml/2006/main">
            <a:pPr marL="228600" indent="-114300">
              <a:lnSpc>
                <a:spcPct val="112000"/>
              </a:lnSpc>
              <a:spcAft>
                <a:spcPts val="900"/>
              </a:spcAft>
              <a:buNone/>
              <a:defRPr sz="1500" b="0">
                <a:solidFill>
                  <a:srgbClr val="292F35"/>
                </a:solidFill>
                <a:latin typeface="LiberationSans"/>
                <a:ea typeface="LiberationSans"/>
                <a:cs typeface="LiberationSans"/>
              </a:defRPr>
            </a:pPr>
            <a:r>
              <a:rPr sz="1500" b="0">
                <a:solidFill>
                  <a:srgbClr val="292F35"/>
                </a:solidFill>
                <a:latin typeface="LiberationSans"/>
                <a:ea typeface="LiberationSans"/>
                <a:cs typeface="LiberationSans"/>
              </a:rPr>
              <a:t>Cambios en configuraciones y despliegues</a:t>
            </a:r>
          </a:p>
        </p:txBody>
      </p:sp>
      <p:sp>
        <p:nvSpPr>
          <p:cNvPr id="11" name="monitoring-right">
            <a:extLst xmlns:a="http://schemas.openxmlformats.org/drawingml/2006/main">
              <a:ext uri="{FF2B5EF4-FFF2-40B4-BE49-F238E27FC236}">
                <a16:creationId xmlns:a16="http://schemas.microsoft.com/office/drawing/2014/main" id="{2CEB1329-749E-47CF-930A-1CCAC6CE29C4}"/>
              </a:ext>
            </a:extLst>
          </p:cNvPr>
          <p:cNvSpPr>
            <a:spLocks xmlns:a="http://schemas.openxmlformats.org/drawingml/2006/main" noGrp="1"/>
          </p:cNvSpPr>
          <p:nvPr/>
        </p:nvSpPr>
        <p:spPr>
          <a:xfrm xmlns:a="http://schemas.openxmlformats.org/drawingml/2006/main">
            <a:off x="6896100" y="2133600"/>
            <a:ext cx="4610100" cy="3238500"/>
          </a:xfrm>
          <a:prstGeom xmlns:a="http://schemas.openxmlformats.org/drawingml/2006/main" prst="rect">
            <a:avLst/>
          </a:prstGeom>
          <a:solidFill xmlns:a="http://schemas.openxmlformats.org/drawingml/2006/main">
            <a:srgbClr val="18324C"/>
          </a:solidFill>
          <a:ln xmlns:a="http://schemas.openxmlformats.org/drawingml/2006/main" w="0">
            <a:solidFill>
              <a:srgbClr val="18324C"/>
            </a:solidFill>
            <a:prstDash val="solid"/>
          </a:ln>
        </p:spPr>
      </p:sp>
      <p:sp>
        <p:nvSpPr>
          <p:cNvPr id="12" name="monitoring-right-title">
            <a:extLst xmlns:a="http://schemas.openxmlformats.org/drawingml/2006/main">
              <a:ext uri="{FF2B5EF4-FFF2-40B4-BE49-F238E27FC236}">
                <a16:creationId xmlns:a16="http://schemas.microsoft.com/office/drawing/2014/main" id="{EDF2EFEC-1230-4B7B-BF13-900216B428D8}"/>
              </a:ext>
            </a:extLst>
          </p:cNvPr>
          <p:cNvSpPr>
            <a:spLocks xmlns:a="http://schemas.openxmlformats.org/drawingml/2006/main" noGrp="1"/>
          </p:cNvSpPr>
          <p:nvPr/>
        </p:nvSpPr>
        <p:spPr>
          <a:xfrm xmlns:a="http://schemas.openxmlformats.org/drawingml/2006/main">
            <a:off x="7219950" y="241935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i="0">
                <a:solidFill>
                  <a:srgbClr val="FFFFFF"/>
                </a:solidFill>
                <a:latin typeface="LiberationSans"/>
                <a:ea typeface="LiberationSans"/>
                <a:cs typeface="LiberationSans"/>
              </a:defRPr>
            </a:pPr>
            <a:r>
              <a:rPr sz="1800" b="1" i="0">
                <a:solidFill>
                  <a:srgbClr val="FFFFFF"/>
                </a:solidFill>
                <a:latin typeface="LiberationSans"/>
                <a:ea typeface="LiberationSans"/>
                <a:cs typeface="LiberationSans"/>
              </a:rPr>
              <a:t>Una alarma necesita contexto</a:t>
            </a:r>
          </a:p>
        </p:txBody>
      </p:sp>
      <p:sp>
        <p:nvSpPr>
          <p:cNvPr id="13" name="monitoring-signal-0">
            <a:extLst xmlns:a="http://schemas.openxmlformats.org/drawingml/2006/main">
              <a:ext uri="{FF2B5EF4-FFF2-40B4-BE49-F238E27FC236}">
                <a16:creationId xmlns:a16="http://schemas.microsoft.com/office/drawing/2014/main" id="{4E6F86A0-B128-423E-B413-85212B217A89}"/>
              </a:ext>
            </a:extLst>
          </p:cNvPr>
          <p:cNvSpPr>
            <a:spLocks xmlns:a="http://schemas.openxmlformats.org/drawingml/2006/main" noGrp="1"/>
          </p:cNvSpPr>
          <p:nvPr/>
        </p:nvSpPr>
        <p:spPr>
          <a:xfrm xmlns:a="http://schemas.openxmlformats.org/drawingml/2006/main">
            <a:off x="7219950" y="3105150"/>
            <a:ext cx="3905250" cy="457200"/>
          </a:xfrm>
          <a:prstGeom xmlns:a="http://schemas.openxmlformats.org/drawingml/2006/main" prst="rect">
            <a:avLst/>
          </a:prstGeom>
          <a:solidFill xmlns:a="http://schemas.openxmlformats.org/drawingml/2006/main">
            <a:srgbClr val="EAF3FA"/>
          </a:solidFill>
          <a:ln xmlns:a="http://schemas.openxmlformats.org/drawingml/2006/main" w="0">
            <a:solidFill>
              <a:srgbClr val="EAF3FA"/>
            </a:solidFill>
            <a:prstDash val="solid"/>
          </a:ln>
        </p:spPr>
      </p:sp>
      <p:sp>
        <p:nvSpPr>
          <p:cNvPr id="14" name="monitoring-signal-title-0">
            <a:extLst xmlns:a="http://schemas.openxmlformats.org/drawingml/2006/main">
              <a:ext uri="{FF2B5EF4-FFF2-40B4-BE49-F238E27FC236}">
                <a16:creationId xmlns:a16="http://schemas.microsoft.com/office/drawing/2014/main" id="{3A093E16-C893-49DE-A6C8-598BCA0E7976}"/>
              </a:ext>
            </a:extLst>
          </p:cNvPr>
          <p:cNvSpPr>
            <a:spLocks xmlns:a="http://schemas.openxmlformats.org/drawingml/2006/main" noGrp="1"/>
          </p:cNvSpPr>
          <p:nvPr/>
        </p:nvSpPr>
        <p:spPr>
          <a:xfrm xmlns:a="http://schemas.openxmlformats.org/drawingml/2006/main">
            <a:off x="7391400" y="3228975"/>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1C3854"/>
                </a:solidFill>
                <a:latin typeface="LiberationSans"/>
                <a:ea typeface="LiberationSans"/>
                <a:cs typeface="LiberationSans"/>
              </a:defRPr>
            </a:pPr>
            <a:r>
              <a:rPr sz="1200" b="1" i="0">
                <a:solidFill>
                  <a:srgbClr val="1C3854"/>
                </a:solidFill>
                <a:latin typeface="LiberationSans"/>
                <a:ea typeface="LiberationSans"/>
                <a:cs typeface="LiberationSans"/>
              </a:rPr>
              <a:t>Actividad normal</a:t>
            </a:r>
          </a:p>
        </p:txBody>
      </p:sp>
      <p:sp>
        <p:nvSpPr>
          <p:cNvPr id="15" name="monitoring-signal-text-0">
            <a:extLst xmlns:a="http://schemas.openxmlformats.org/drawingml/2006/main">
              <a:ext uri="{FF2B5EF4-FFF2-40B4-BE49-F238E27FC236}">
                <a16:creationId xmlns:a16="http://schemas.microsoft.com/office/drawing/2014/main" id="{BA7FCA36-19E6-4369-B773-5AD53AA1D1AE}"/>
              </a:ext>
            </a:extLst>
          </p:cNvPr>
          <p:cNvSpPr>
            <a:spLocks xmlns:a="http://schemas.openxmlformats.org/drawingml/2006/main" noGrp="1"/>
          </p:cNvSpPr>
          <p:nvPr/>
        </p:nvSpPr>
        <p:spPr>
          <a:xfrm xmlns:a="http://schemas.openxmlformats.org/drawingml/2006/main">
            <a:off x="8915400" y="3228975"/>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292F35"/>
                </a:solidFill>
                <a:latin typeface="LiberationSans"/>
                <a:ea typeface="LiberationSans"/>
                <a:cs typeface="LiberationSans"/>
              </a:defRPr>
            </a:pPr>
            <a:r>
              <a:rPr sz="1200" b="0" i="0">
                <a:solidFill>
                  <a:srgbClr val="292F35"/>
                </a:solidFill>
                <a:latin typeface="LiberationSans"/>
                <a:ea typeface="LiberationSans"/>
                <a:cs typeface="LiberationSans"/>
              </a:rPr>
              <a:t>una consulta esperada</a:t>
            </a:r>
          </a:p>
        </p:txBody>
      </p:sp>
      <p:sp>
        <p:nvSpPr>
          <p:cNvPr id="16" name="monitoring-signal-1">
            <a:extLst xmlns:a="http://schemas.openxmlformats.org/drawingml/2006/main">
              <a:ext uri="{FF2B5EF4-FFF2-40B4-BE49-F238E27FC236}">
                <a16:creationId xmlns:a16="http://schemas.microsoft.com/office/drawing/2014/main" id="{A05F89E6-31E3-487D-8901-23DA11E95176}"/>
              </a:ext>
            </a:extLst>
          </p:cNvPr>
          <p:cNvSpPr>
            <a:spLocks xmlns:a="http://schemas.openxmlformats.org/drawingml/2006/main" noGrp="1"/>
          </p:cNvSpPr>
          <p:nvPr/>
        </p:nvSpPr>
        <p:spPr>
          <a:xfrm xmlns:a="http://schemas.openxmlformats.org/drawingml/2006/main">
            <a:off x="7219950" y="3752850"/>
            <a:ext cx="3905250" cy="457200"/>
          </a:xfrm>
          <a:prstGeom xmlns:a="http://schemas.openxmlformats.org/drawingml/2006/main" prst="rect">
            <a:avLst/>
          </a:prstGeom>
          <a:solidFill xmlns:a="http://schemas.openxmlformats.org/drawingml/2006/main">
            <a:srgbClr val="F8F1E2"/>
          </a:solidFill>
          <a:ln xmlns:a="http://schemas.openxmlformats.org/drawingml/2006/main" w="0">
            <a:solidFill>
              <a:srgbClr val="F8F1E2"/>
            </a:solidFill>
            <a:prstDash val="solid"/>
          </a:ln>
        </p:spPr>
      </p:sp>
      <p:sp>
        <p:nvSpPr>
          <p:cNvPr id="17" name="monitoring-signal-title-1">
            <a:extLst xmlns:a="http://schemas.openxmlformats.org/drawingml/2006/main">
              <a:ext uri="{FF2B5EF4-FFF2-40B4-BE49-F238E27FC236}">
                <a16:creationId xmlns:a16="http://schemas.microsoft.com/office/drawing/2014/main" id="{09E535C8-0DA6-4307-8803-CFE2BD7CF617}"/>
              </a:ext>
            </a:extLst>
          </p:cNvPr>
          <p:cNvSpPr>
            <a:spLocks xmlns:a="http://schemas.openxmlformats.org/drawingml/2006/main" noGrp="1"/>
          </p:cNvSpPr>
          <p:nvPr/>
        </p:nvSpPr>
        <p:spPr>
          <a:xfrm xmlns:a="http://schemas.openxmlformats.org/drawingml/2006/main">
            <a:off x="7391400" y="3876675"/>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1C3854"/>
                </a:solidFill>
                <a:latin typeface="LiberationSans"/>
                <a:ea typeface="LiberationSans"/>
                <a:cs typeface="LiberationSans"/>
              </a:defRPr>
            </a:pPr>
            <a:r>
              <a:rPr sz="1200" b="1" i="0">
                <a:solidFill>
                  <a:srgbClr val="1C3854"/>
                </a:solidFill>
                <a:latin typeface="LiberationSans"/>
                <a:ea typeface="LiberationSans"/>
                <a:cs typeface="LiberationSans"/>
              </a:rPr>
              <a:t>Señal</a:t>
            </a:r>
          </a:p>
        </p:txBody>
      </p:sp>
      <p:sp>
        <p:nvSpPr>
          <p:cNvPr id="18" name="monitoring-signal-text-1">
            <a:extLst xmlns:a="http://schemas.openxmlformats.org/drawingml/2006/main">
              <a:ext uri="{FF2B5EF4-FFF2-40B4-BE49-F238E27FC236}">
                <a16:creationId xmlns:a16="http://schemas.microsoft.com/office/drawing/2014/main" id="{94608A0E-F0DC-4CF4-B11E-B5934530EC41}"/>
              </a:ext>
            </a:extLst>
          </p:cNvPr>
          <p:cNvSpPr>
            <a:spLocks xmlns:a="http://schemas.openxmlformats.org/drawingml/2006/main" noGrp="1"/>
          </p:cNvSpPr>
          <p:nvPr/>
        </p:nvSpPr>
        <p:spPr>
          <a:xfrm xmlns:a="http://schemas.openxmlformats.org/drawingml/2006/main">
            <a:off x="8915400" y="3876675"/>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292F35"/>
                </a:solidFill>
                <a:latin typeface="LiberationSans"/>
                <a:ea typeface="LiberationSans"/>
                <a:cs typeface="LiberationSans"/>
              </a:defRPr>
            </a:pPr>
            <a:r>
              <a:rPr sz="1200" b="0" i="0">
                <a:solidFill>
                  <a:srgbClr val="292F35"/>
                </a:solidFill>
                <a:latin typeface="LiberationSans"/>
                <a:ea typeface="LiberationSans"/>
                <a:cs typeface="LiberationSans"/>
              </a:rPr>
              <a:t>muchos intentos fallidos</a:t>
            </a:r>
          </a:p>
        </p:txBody>
      </p:sp>
      <p:sp>
        <p:nvSpPr>
          <p:cNvPr id="19" name="monitoring-signal-2">
            <a:extLst xmlns:a="http://schemas.openxmlformats.org/drawingml/2006/main">
              <a:ext uri="{FF2B5EF4-FFF2-40B4-BE49-F238E27FC236}">
                <a16:creationId xmlns:a16="http://schemas.microsoft.com/office/drawing/2014/main" id="{139CF35D-8E21-45C1-B543-2940D57C1E8C}"/>
              </a:ext>
            </a:extLst>
          </p:cNvPr>
          <p:cNvSpPr>
            <a:spLocks xmlns:a="http://schemas.openxmlformats.org/drawingml/2006/main" noGrp="1"/>
          </p:cNvSpPr>
          <p:nvPr/>
        </p:nvSpPr>
        <p:spPr>
          <a:xfrm xmlns:a="http://schemas.openxmlformats.org/drawingml/2006/main">
            <a:off x="7219950" y="4400550"/>
            <a:ext cx="3905250" cy="457200"/>
          </a:xfrm>
          <a:prstGeom xmlns:a="http://schemas.openxmlformats.org/drawingml/2006/main" prst="rect">
            <a:avLst/>
          </a:prstGeom>
          <a:solidFill xmlns:a="http://schemas.openxmlformats.org/drawingml/2006/main">
            <a:srgbClr val="FCEBE3"/>
          </a:solidFill>
          <a:ln xmlns:a="http://schemas.openxmlformats.org/drawingml/2006/main" w="0">
            <a:solidFill>
              <a:srgbClr val="FCEBE3"/>
            </a:solidFill>
            <a:prstDash val="solid"/>
          </a:ln>
        </p:spPr>
      </p:sp>
      <p:sp>
        <p:nvSpPr>
          <p:cNvPr id="20" name="monitoring-signal-title-2">
            <a:extLst xmlns:a="http://schemas.openxmlformats.org/drawingml/2006/main">
              <a:ext uri="{FF2B5EF4-FFF2-40B4-BE49-F238E27FC236}">
                <a16:creationId xmlns:a16="http://schemas.microsoft.com/office/drawing/2014/main" id="{24AF6164-A09D-4211-B3D5-E764AE928FED}"/>
              </a:ext>
            </a:extLst>
          </p:cNvPr>
          <p:cNvSpPr>
            <a:spLocks xmlns:a="http://schemas.openxmlformats.org/drawingml/2006/main" noGrp="1"/>
          </p:cNvSpPr>
          <p:nvPr/>
        </p:nvSpPr>
        <p:spPr>
          <a:xfrm xmlns:a="http://schemas.openxmlformats.org/drawingml/2006/main">
            <a:off x="7391400" y="4524375"/>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1C3854"/>
                </a:solidFill>
                <a:latin typeface="LiberationSans"/>
                <a:ea typeface="LiberationSans"/>
                <a:cs typeface="LiberationSans"/>
              </a:defRPr>
            </a:pPr>
            <a:r>
              <a:rPr sz="1200" b="1" i="0">
                <a:solidFill>
                  <a:srgbClr val="1C3854"/>
                </a:solidFill>
                <a:latin typeface="LiberationSans"/>
                <a:ea typeface="LiberationSans"/>
                <a:cs typeface="LiberationSans"/>
              </a:rPr>
              <a:t>Investigación</a:t>
            </a:r>
          </a:p>
        </p:txBody>
      </p:sp>
      <p:sp>
        <p:nvSpPr>
          <p:cNvPr id="21" name="monitoring-signal-text-2">
            <a:extLst xmlns:a="http://schemas.openxmlformats.org/drawingml/2006/main">
              <a:ext uri="{FF2B5EF4-FFF2-40B4-BE49-F238E27FC236}">
                <a16:creationId xmlns:a16="http://schemas.microsoft.com/office/drawing/2014/main" id="{3754E317-5717-40D1-BDCE-491B304B0070}"/>
              </a:ext>
            </a:extLst>
          </p:cNvPr>
          <p:cNvSpPr>
            <a:spLocks xmlns:a="http://schemas.openxmlformats.org/drawingml/2006/main" noGrp="1"/>
          </p:cNvSpPr>
          <p:nvPr/>
        </p:nvSpPr>
        <p:spPr>
          <a:xfrm xmlns:a="http://schemas.openxmlformats.org/drawingml/2006/main">
            <a:off x="8915400" y="4524375"/>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959"/>
          </a:bodyPr>
          <a:lstStyle xmlns:a="http://schemas.openxmlformats.org/drawingml/2006/main"/>
          <a:p xmlns:a="http://schemas.openxmlformats.org/drawingml/2006/main">
            <a:pPr algn="l">
              <a:lnSpc>
                <a:spcPct val="108000"/>
              </a:lnSpc>
              <a:buNone/>
              <a:defRPr sz="1200" b="0" i="0">
                <a:solidFill>
                  <a:srgbClr val="292F35"/>
                </a:solidFill>
                <a:latin typeface="LiberationSans"/>
                <a:ea typeface="LiberationSans"/>
                <a:cs typeface="LiberationSans"/>
              </a:defRPr>
            </a:pPr>
            <a:r>
              <a:rPr sz="1200" b="0" i="0">
                <a:solidFill>
                  <a:srgbClr val="292F35"/>
                </a:solidFill>
                <a:latin typeface="LiberationSans"/>
                <a:ea typeface="LiberationSans"/>
                <a:cs typeface="LiberationSans"/>
              </a:rPr>
              <a:t>qué cuenta, origen y momento</a:t>
            </a:r>
          </a:p>
        </p:txBody>
      </p:sp>
      <p:sp>
        <p:nvSpPr>
          <p:cNvPr id="22" name="monitoring-analogy">
            <a:extLst xmlns:a="http://schemas.openxmlformats.org/drawingml/2006/main">
              <a:ext uri="{FF2B5EF4-FFF2-40B4-BE49-F238E27FC236}">
                <a16:creationId xmlns:a16="http://schemas.microsoft.com/office/drawing/2014/main" id="{266F4AD3-BECD-4E20-A623-0A0F967D0D44}"/>
              </a:ext>
            </a:extLst>
          </p:cNvPr>
          <p:cNvSpPr>
            <a:spLocks xmlns:a="http://schemas.openxmlformats.org/drawingml/2006/main" noGrp="1"/>
          </p:cNvSpPr>
          <p:nvPr/>
        </p:nvSpPr>
        <p:spPr>
          <a:xfrm xmlns:a="http://schemas.openxmlformats.org/drawingml/2006/main">
            <a:off x="7219950" y="4953000"/>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889"/>
          </a:bodyPr>
          <a:lstStyle xmlns:a="http://schemas.openxmlformats.org/drawingml/2006/main"/>
          <a:p xmlns:a="http://schemas.openxmlformats.org/drawingml/2006/main">
            <a:pPr algn="l">
              <a:lnSpc>
                <a:spcPct val="100000"/>
              </a:lnSpc>
              <a:buNone/>
              <a:defRPr sz="1125" b="0" i="1">
                <a:solidFill>
                  <a:srgbClr val="D5E2EC"/>
                </a:solidFill>
                <a:latin typeface="LiberationSans"/>
                <a:ea typeface="LiberationSans"/>
                <a:cs typeface="LiberationSans"/>
              </a:defRPr>
            </a:pPr>
            <a:r>
              <a:rPr sz="1125" b="0" i="1">
                <a:solidFill>
                  <a:srgbClr val="D5E2EC"/>
                </a:solidFill>
                <a:latin typeface="LiberationSans"/>
                <a:ea typeface="LiberationSans"/>
                <a:cs typeface="LiberationSans"/>
              </a:rPr>
              <a:t>Como una alarma de casa: el sonido importa, pero también saber qué puerta se abrió y cuándo.</a:t>
            </a:r>
          </a:p>
        </p:txBody>
      </p:sp>
    </p:spTree>
    <p:extLst>
      <p:ext uri="{BB962C8B-B14F-4D97-AF65-F5344CB8AC3E}">
        <p14:creationId xmlns:p14="http://schemas.microsoft.com/office/powerpoint/2010/main" val="2074044595"/>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36" name="incident-response-kicker">
            <a:extLst xmlns:a="http://schemas.openxmlformats.org/drawingml/2006/main">
              <a:ext uri="{FF2B5EF4-FFF2-40B4-BE49-F238E27FC236}">
                <a16:creationId xmlns:a16="http://schemas.microsoft.com/office/drawing/2014/main" id="{C15C5473-5059-435F-ACA3-E2C736ED10D0}"/>
              </a:ext>
            </a:extLst>
          </p:cNvPr>
          <p:cNvSpPr>
            <a:spLocks xmlns:a="http://schemas.openxmlformats.org/drawingml/2006/main" noGrp="1"/>
          </p:cNvSpPr>
          <p:nvPr/>
        </p:nvSpPr>
        <p:spPr>
          <a:xfrm xmlns:a="http://schemas.openxmlformats.org/drawingml/2006/main">
            <a:off x="685800" y="4000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i="0">
                <a:solidFill>
                  <a:srgbClr val="C99B2E"/>
                </a:solidFill>
                <a:latin typeface="LiberationSans"/>
                <a:ea typeface="LiberationSans"/>
                <a:cs typeface="LiberationSans"/>
              </a:defRPr>
            </a:pPr>
            <a:r>
              <a:rPr sz="1125" b="1" i="0">
                <a:solidFill>
                  <a:srgbClr val="C99B2E"/>
                </a:solidFill>
                <a:latin typeface="LiberationSans"/>
                <a:ea typeface="LiberationSans"/>
                <a:cs typeface="LiberationSans"/>
              </a:rPr>
              <a:t>RESPUESTA A INCIDENTES</a:t>
            </a:r>
          </a:p>
        </p:txBody>
      </p:sp>
      <p:sp>
        <p:nvSpPr>
          <p:cNvPr id="2" name="incident-response-title">
            <a:extLst xmlns:a="http://schemas.openxmlformats.org/drawingml/2006/main">
              <a:ext uri="{FF2B5EF4-FFF2-40B4-BE49-F238E27FC236}">
                <a16:creationId xmlns:a16="http://schemas.microsoft.com/office/drawing/2014/main" id="{13D8EE27-DC62-4281-8109-500D8127ED37}"/>
              </a:ext>
            </a:extLst>
          </p:cNvPr>
          <p:cNvSpPr>
            <a:spLocks xmlns:a="http://schemas.openxmlformats.org/drawingml/2006/main" noGrp="1"/>
          </p:cNvSpPr>
          <p:nvPr/>
        </p:nvSpPr>
        <p:spPr>
          <a:xfrm xmlns:a="http://schemas.openxmlformats.org/drawingml/2006/main">
            <a:off x="685800" y="685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150" b="1" i="0">
                <a:solidFill>
                  <a:srgbClr val="1C3854"/>
                </a:solidFill>
                <a:latin typeface="LiberationSans"/>
                <a:ea typeface="LiberationSans"/>
                <a:cs typeface="LiberationSans"/>
              </a:defRPr>
            </a:pPr>
            <a:r>
              <a:rPr sz="3150" b="1" i="0">
                <a:solidFill>
                  <a:srgbClr val="1C3854"/>
                </a:solidFill>
                <a:latin typeface="LiberationSans"/>
                <a:ea typeface="LiberationSans"/>
                <a:cs typeface="LiberationSans"/>
              </a:rPr>
              <a:t>Una respuesta ordenada reduce el impacto</a:t>
            </a:r>
          </a:p>
        </p:txBody>
      </p:sp>
      <p:sp>
        <p:nvSpPr>
          <p:cNvPr id="3" name="incident-response-rule">
            <a:extLst xmlns:a="http://schemas.openxmlformats.org/drawingml/2006/main">
              <a:ext uri="{FF2B5EF4-FFF2-40B4-BE49-F238E27FC236}">
                <a16:creationId xmlns:a16="http://schemas.microsoft.com/office/drawing/2014/main" id="{42BD1D13-CC91-4E77-ABE1-F3166BBE025A}"/>
              </a:ext>
            </a:extLst>
          </p:cNvPr>
          <p:cNvSpPr>
            <a:spLocks xmlns:a="http://schemas.openxmlformats.org/drawingml/2006/main" noGrp="1"/>
          </p:cNvSpPr>
          <p:nvPr/>
        </p:nvSpPr>
        <p:spPr>
          <a:xfrm xmlns:a="http://schemas.openxmlformats.org/drawingml/2006/main">
            <a:off x="685800" y="1323975"/>
            <a:ext cx="1104900" cy="47625"/>
          </a:xfrm>
          <a:prstGeom xmlns:a="http://schemas.openxmlformats.org/drawingml/2006/main" prst="rect">
            <a:avLst/>
          </a:prstGeom>
          <a:solidFill xmlns:a="http://schemas.openxmlformats.org/drawingml/2006/main">
            <a:srgbClr val="C99B2E"/>
          </a:solidFill>
          <a:ln xmlns:a="http://schemas.openxmlformats.org/drawingml/2006/main" w="0">
            <a:solidFill>
              <a:srgbClr val="C99B2E"/>
            </a:solidFill>
            <a:prstDash val="solid"/>
          </a:ln>
        </p:spPr>
      </p:sp>
      <p:sp>
        <p:nvSpPr>
          <p:cNvPr id="4" name="incident-response-subtitle">
            <a:extLst xmlns:a="http://schemas.openxmlformats.org/drawingml/2006/main">
              <a:ext uri="{FF2B5EF4-FFF2-40B4-BE49-F238E27FC236}">
                <a16:creationId xmlns:a16="http://schemas.microsoft.com/office/drawing/2014/main" id="{D1F0060A-BBC6-4585-A37D-7D6B30350264}"/>
              </a:ext>
            </a:extLst>
          </p:cNvPr>
          <p:cNvSpPr>
            <a:spLocks xmlns:a="http://schemas.openxmlformats.org/drawingml/2006/main" noGrp="1"/>
          </p:cNvSpPr>
          <p:nvPr/>
        </p:nvSpPr>
        <p:spPr>
          <a:xfrm xmlns:a="http://schemas.openxmlformats.org/drawingml/2006/main">
            <a:off x="685800" y="15049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68747F"/>
                </a:solidFill>
                <a:latin typeface="LiberationSans"/>
                <a:ea typeface="LiberationSans"/>
                <a:cs typeface="LiberationSans"/>
              </a:defRPr>
            </a:pPr>
            <a:r>
              <a:rPr sz="1500" b="0" i="0">
                <a:solidFill>
                  <a:srgbClr val="68747F"/>
                </a:solidFill>
                <a:latin typeface="LiberationSans"/>
                <a:ea typeface="LiberationSans"/>
                <a:cs typeface="LiberationSans"/>
              </a:rPr>
              <a:t>La organización necesita saber qué hacer antes, durante y después de una señal de seguridad.</a:t>
            </a:r>
          </a:p>
        </p:txBody>
      </p:sp>
      <p:sp>
        <p:nvSpPr>
          <p:cNvPr id="5" name="footer-band-13">
            <a:extLst xmlns:a="http://schemas.openxmlformats.org/drawingml/2006/main">
              <a:ext uri="{FF2B5EF4-FFF2-40B4-BE49-F238E27FC236}">
                <a16:creationId xmlns:a16="http://schemas.microsoft.com/office/drawing/2014/main" id="{EF2A4E0C-77E5-41E9-A2A8-B21E4010929F}"/>
              </a:ext>
            </a:extLst>
          </p:cNvPr>
          <p:cNvSpPr>
            <a:spLocks xmlns:a="http://schemas.openxmlformats.org/drawingml/2006/main" noGrp="1"/>
          </p:cNvSpPr>
          <p:nvPr/>
        </p:nvSpPr>
        <p:spPr>
          <a:xfrm xmlns:a="http://schemas.openxmlformats.org/drawingml/2006/main">
            <a:off x="0" y="6705600"/>
            <a:ext cx="12192000" cy="152400"/>
          </a:xfrm>
          <a:prstGeom xmlns:a="http://schemas.openxmlformats.org/drawingml/2006/main" prst="rect">
            <a:avLst/>
          </a:prstGeom>
          <a:solidFill xmlns:a="http://schemas.openxmlformats.org/drawingml/2006/main">
            <a:srgbClr val="18324C"/>
          </a:solidFill>
          <a:ln xmlns:a="http://schemas.openxmlformats.org/drawingml/2006/main" w="0">
            <a:solidFill>
              <a:srgbClr val="18324C"/>
            </a:solidFill>
            <a:prstDash val="solid"/>
          </a:ln>
        </p:spPr>
      </p:sp>
      <p:sp>
        <p:nvSpPr>
          <p:cNvPr id="6" name="footer-label-13">
            <a:extLst xmlns:a="http://schemas.openxmlformats.org/drawingml/2006/main">
              <a:ext uri="{FF2B5EF4-FFF2-40B4-BE49-F238E27FC236}">
                <a16:creationId xmlns:a16="http://schemas.microsoft.com/office/drawing/2014/main" id="{C6E1FBAA-E9E4-4FB7-82D4-6C156C842CF8}"/>
              </a:ext>
            </a:extLst>
          </p:cNvPr>
          <p:cNvSpPr>
            <a:spLocks xmlns:a="http://schemas.openxmlformats.org/drawingml/2006/main" noGrp="1"/>
          </p:cNvSpPr>
          <p:nvPr/>
        </p:nvSpPr>
        <p:spPr>
          <a:xfrm xmlns:a="http://schemas.openxmlformats.org/drawingml/2006/main">
            <a:off x="685800" y="64293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75" b="0" i="0">
                <a:solidFill>
                  <a:srgbClr val="68747F"/>
                </a:solidFill>
                <a:latin typeface="LiberationSans"/>
                <a:ea typeface="LiberationSans"/>
                <a:cs typeface="LiberationSans"/>
              </a:defRPr>
            </a:pPr>
            <a:r>
              <a:rPr sz="975" b="0" i="0">
                <a:solidFill>
                  <a:srgbClr val="68747F"/>
                </a:solidFill>
                <a:latin typeface="LiberationSans"/>
                <a:ea typeface="LiberationSans"/>
                <a:cs typeface="LiberationSans"/>
              </a:rPr>
              <a:t>ANÁLISIS Y DISEÑO DE SISTEMAS 2</a:t>
            </a:r>
          </a:p>
        </p:txBody>
      </p:sp>
      <p:sp>
        <p:nvSpPr>
          <p:cNvPr id="7" name="footer-number-13">
            <a:extLst xmlns:a="http://schemas.openxmlformats.org/drawingml/2006/main">
              <a:ext uri="{FF2B5EF4-FFF2-40B4-BE49-F238E27FC236}">
                <a16:creationId xmlns:a16="http://schemas.microsoft.com/office/drawing/2014/main" id="{895EE110-FEBE-4E27-9FAE-A4A1645A232F}"/>
              </a:ext>
            </a:extLst>
          </p:cNvPr>
          <p:cNvSpPr>
            <a:spLocks xmlns:a="http://schemas.openxmlformats.org/drawingml/2006/main" noGrp="1"/>
          </p:cNvSpPr>
          <p:nvPr/>
        </p:nvSpPr>
        <p:spPr>
          <a:xfrm xmlns:a="http://schemas.openxmlformats.org/drawingml/2006/main">
            <a:off x="11049000" y="642937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i="0">
                <a:solidFill>
                  <a:srgbClr val="1C3854"/>
                </a:solidFill>
                <a:latin typeface="LiberationSans"/>
                <a:ea typeface="LiberationSans"/>
                <a:cs typeface="LiberationSans"/>
              </a:defRPr>
            </a:pPr>
            <a:r>
              <a:rPr sz="1050" b="1" i="0">
                <a:solidFill>
                  <a:srgbClr val="1C3854"/>
                </a:solidFill>
                <a:latin typeface="LiberationSans"/>
                <a:ea typeface="LiberationSans"/>
                <a:cs typeface="LiberationSans"/>
              </a:rPr>
              <a:t>13</a:t>
            </a:r>
          </a:p>
        </p:txBody>
      </p:sp>
      <p:sp>
        <p:nvSpPr>
          <p:cNvPr id="8" name="incident-timeline">
            <a:extLst xmlns:a="http://schemas.openxmlformats.org/drawingml/2006/main">
              <a:ext uri="{FF2B5EF4-FFF2-40B4-BE49-F238E27FC236}">
                <a16:creationId xmlns:a16="http://schemas.microsoft.com/office/drawing/2014/main" id="{80FDAEE6-9F55-48A8-AEE3-E40128CC09F1}"/>
              </a:ext>
            </a:extLst>
          </p:cNvPr>
          <p:cNvSpPr>
            <a:spLocks xmlns:a="http://schemas.openxmlformats.org/drawingml/2006/main" noGrp="1"/>
          </p:cNvSpPr>
          <p:nvPr/>
        </p:nvSpPr>
        <p:spPr>
          <a:xfrm xmlns:a="http://schemas.openxmlformats.org/drawingml/2006/main">
            <a:off x="1352550" y="3219450"/>
            <a:ext cx="9410700" cy="0"/>
          </a:xfrm>
          <a:prstGeom xmlns:a="http://schemas.openxmlformats.org/drawingml/2006/main" prst="line">
            <a:avLst/>
          </a:prstGeom>
          <a:noFill xmlns:a="http://schemas.openxmlformats.org/drawingml/2006/main"/>
          <a:ln xmlns:a="http://schemas.openxmlformats.org/drawingml/2006/main" w="28575">
            <a:solidFill>
              <a:srgbClr val="D5DEE5"/>
            </a:solidFill>
            <a:prstDash val="solid"/>
          </a:ln>
        </p:spPr>
      </p:sp>
      <p:sp>
        <p:nvSpPr>
          <p:cNvPr id="9" name="incident-circle-0">
            <a:extLst xmlns:a="http://schemas.openxmlformats.org/drawingml/2006/main">
              <a:ext uri="{FF2B5EF4-FFF2-40B4-BE49-F238E27FC236}">
                <a16:creationId xmlns:a16="http://schemas.microsoft.com/office/drawing/2014/main" id="{A3AE2E81-4F65-4150-BECF-6BA28361291A}"/>
              </a:ext>
            </a:extLst>
          </p:cNvPr>
          <p:cNvSpPr>
            <a:spLocks xmlns:a="http://schemas.openxmlformats.org/drawingml/2006/main" noGrp="1"/>
          </p:cNvSpPr>
          <p:nvPr/>
        </p:nvSpPr>
        <p:spPr>
          <a:xfrm xmlns:a="http://schemas.openxmlformats.org/drawingml/2006/main">
            <a:off x="876300" y="2952750"/>
            <a:ext cx="552450" cy="552450"/>
          </a:xfrm>
          <a:prstGeom xmlns:a="http://schemas.openxmlformats.org/drawingml/2006/main" prst="ellipse">
            <a:avLst/>
          </a:prstGeom>
          <a:solidFill xmlns:a="http://schemas.openxmlformats.org/drawingml/2006/main">
            <a:srgbClr val="18324C"/>
          </a:solidFill>
          <a:ln xmlns:a="http://schemas.openxmlformats.org/drawingml/2006/main" w="0">
            <a:solidFill>
              <a:srgbClr val="18324C"/>
            </a:solidFill>
            <a:prstDash val="solid"/>
          </a:ln>
        </p:spPr>
      </p:sp>
      <p:sp>
        <p:nvSpPr>
          <p:cNvPr id="10" name="incident-number-0">
            <a:extLst xmlns:a="http://schemas.openxmlformats.org/drawingml/2006/main">
              <a:ext uri="{FF2B5EF4-FFF2-40B4-BE49-F238E27FC236}">
                <a16:creationId xmlns:a16="http://schemas.microsoft.com/office/drawing/2014/main" id="{64282526-6FDB-43E9-A7B0-739D954154A1}"/>
              </a:ext>
            </a:extLst>
          </p:cNvPr>
          <p:cNvSpPr>
            <a:spLocks xmlns:a="http://schemas.openxmlformats.org/drawingml/2006/main" noGrp="1"/>
          </p:cNvSpPr>
          <p:nvPr/>
        </p:nvSpPr>
        <p:spPr>
          <a:xfrm xmlns:a="http://schemas.openxmlformats.org/drawingml/2006/main">
            <a:off x="876300" y="31337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200" b="1" i="0">
                <a:solidFill>
                  <a:srgbClr val="FFFFFF"/>
                </a:solidFill>
                <a:latin typeface="LiberationSans"/>
                <a:ea typeface="LiberationSans"/>
                <a:cs typeface="LiberationSans"/>
              </a:defRPr>
            </a:pPr>
            <a:r>
              <a:rPr sz="1200" b="1" i="0">
                <a:solidFill>
                  <a:srgbClr val="FFFFFF"/>
                </a:solidFill>
                <a:latin typeface="LiberationSans"/>
                <a:ea typeface="LiberationSans"/>
                <a:cs typeface="LiberationSans"/>
              </a:rPr>
              <a:t>01</a:t>
            </a:r>
          </a:p>
        </p:txBody>
      </p:sp>
      <p:sp>
        <p:nvSpPr>
          <p:cNvPr id="11" name="incident-card-0">
            <a:extLst xmlns:a="http://schemas.openxmlformats.org/drawingml/2006/main">
              <a:ext uri="{FF2B5EF4-FFF2-40B4-BE49-F238E27FC236}">
                <a16:creationId xmlns:a16="http://schemas.microsoft.com/office/drawing/2014/main" id="{779B7EA5-35A4-4853-BF42-0664140DABDD}"/>
              </a:ext>
            </a:extLst>
          </p:cNvPr>
          <p:cNvSpPr>
            <a:spLocks xmlns:a="http://schemas.openxmlformats.org/drawingml/2006/main" noGrp="1"/>
          </p:cNvSpPr>
          <p:nvPr/>
        </p:nvSpPr>
        <p:spPr>
          <a:xfrm xmlns:a="http://schemas.openxmlformats.org/drawingml/2006/main">
            <a:off x="647700" y="3886200"/>
            <a:ext cx="1809750" cy="1200150"/>
          </a:xfrm>
          <a:prstGeom xmlns:a="http://schemas.openxmlformats.org/drawingml/2006/main" prst="rect">
            <a:avLst/>
          </a:prstGeom>
          <a:solidFill xmlns:a="http://schemas.openxmlformats.org/drawingml/2006/main">
            <a:srgbClr val="EAF3FA"/>
          </a:solidFill>
          <a:ln xmlns:a="http://schemas.openxmlformats.org/drawingml/2006/main" w="0">
            <a:solidFill>
              <a:srgbClr val="EAF3FA"/>
            </a:solidFill>
            <a:prstDash val="solid"/>
          </a:ln>
        </p:spPr>
      </p:sp>
      <p:sp>
        <p:nvSpPr>
          <p:cNvPr id="12" name="incident-title-0">
            <a:extLst xmlns:a="http://schemas.openxmlformats.org/drawingml/2006/main">
              <a:ext uri="{FF2B5EF4-FFF2-40B4-BE49-F238E27FC236}">
                <a16:creationId xmlns:a16="http://schemas.microsoft.com/office/drawing/2014/main" id="{7CE626C8-0CD9-446F-9755-4759979B9356}"/>
              </a:ext>
            </a:extLst>
          </p:cNvPr>
          <p:cNvSpPr>
            <a:spLocks xmlns:a="http://schemas.openxmlformats.org/drawingml/2006/main" noGrp="1"/>
          </p:cNvSpPr>
          <p:nvPr/>
        </p:nvSpPr>
        <p:spPr>
          <a:xfrm xmlns:a="http://schemas.openxmlformats.org/drawingml/2006/main">
            <a:off x="819150" y="4076700"/>
            <a:ext cx="1466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532"/>
          </a:bodyPr>
          <a:lstStyle xmlns:a="http://schemas.openxmlformats.org/drawingml/2006/main"/>
          <a:p xmlns:a="http://schemas.openxmlformats.org/drawingml/2006/main">
            <a:pPr algn="ctr">
              <a:lnSpc>
                <a:spcPct val="108000"/>
              </a:lnSpc>
              <a:buNone/>
              <a:defRPr sz="1575" b="1" i="0">
                <a:solidFill>
                  <a:srgbClr val="1C3854"/>
                </a:solidFill>
                <a:latin typeface="LiberationSans"/>
                <a:ea typeface="LiberationSans"/>
                <a:cs typeface="LiberationSans"/>
              </a:defRPr>
            </a:pPr>
            <a:r>
              <a:rPr sz="1575" b="1" i="0">
                <a:solidFill>
                  <a:srgbClr val="1C3854"/>
                </a:solidFill>
                <a:latin typeface="LiberationSans"/>
                <a:ea typeface="LiberationSans"/>
                <a:cs typeface="LiberationSans"/>
              </a:rPr>
              <a:t>Preparar</a:t>
            </a:r>
          </a:p>
        </p:txBody>
      </p:sp>
      <p:sp>
        <p:nvSpPr>
          <p:cNvPr id="13" name="incident-description-0">
            <a:extLst xmlns:a="http://schemas.openxmlformats.org/drawingml/2006/main">
              <a:ext uri="{FF2B5EF4-FFF2-40B4-BE49-F238E27FC236}">
                <a16:creationId xmlns:a16="http://schemas.microsoft.com/office/drawing/2014/main" id="{6D3879D1-ACA8-4EA8-83B5-5C1593E4D176}"/>
              </a:ext>
            </a:extLst>
          </p:cNvPr>
          <p:cNvSpPr>
            <a:spLocks xmlns:a="http://schemas.openxmlformats.org/drawingml/2006/main" noGrp="1"/>
          </p:cNvSpPr>
          <p:nvPr/>
        </p:nvSpPr>
        <p:spPr>
          <a:xfrm xmlns:a="http://schemas.openxmlformats.org/drawingml/2006/main">
            <a:off x="819150" y="4476750"/>
            <a:ext cx="146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200" b="0" i="0">
                <a:solidFill>
                  <a:srgbClr val="292F35"/>
                </a:solidFill>
                <a:latin typeface="LiberationSans"/>
                <a:ea typeface="LiberationSans"/>
                <a:cs typeface="LiberationSans"/>
              </a:defRPr>
            </a:pPr>
            <a:r>
              <a:rPr sz="1200" b="0" i="0">
                <a:solidFill>
                  <a:srgbClr val="292F35"/>
                </a:solidFill>
                <a:latin typeface="LiberationSans"/>
                <a:ea typeface="LiberationSans"/>
                <a:cs typeface="LiberationSans"/>
              </a:rPr>
              <a:t>Roles, contactos y procedimientos</a:t>
            </a:r>
          </a:p>
        </p:txBody>
      </p:sp>
      <p:sp>
        <p:nvSpPr>
          <p:cNvPr id="14" name="incident-circle-1">
            <a:extLst xmlns:a="http://schemas.openxmlformats.org/drawingml/2006/main">
              <a:ext uri="{FF2B5EF4-FFF2-40B4-BE49-F238E27FC236}">
                <a16:creationId xmlns:a16="http://schemas.microsoft.com/office/drawing/2014/main" id="{9D3DDD86-BD59-4CD7-B818-D316DB317125}"/>
              </a:ext>
            </a:extLst>
          </p:cNvPr>
          <p:cNvSpPr>
            <a:spLocks xmlns:a="http://schemas.openxmlformats.org/drawingml/2006/main" noGrp="1"/>
          </p:cNvSpPr>
          <p:nvPr/>
        </p:nvSpPr>
        <p:spPr>
          <a:xfrm xmlns:a="http://schemas.openxmlformats.org/drawingml/2006/main">
            <a:off x="3048000" y="2952750"/>
            <a:ext cx="552450" cy="552450"/>
          </a:xfrm>
          <a:prstGeom xmlns:a="http://schemas.openxmlformats.org/drawingml/2006/main" prst="ellipse">
            <a:avLst/>
          </a:prstGeom>
          <a:solidFill xmlns:a="http://schemas.openxmlformats.org/drawingml/2006/main">
            <a:srgbClr val="18324C"/>
          </a:solidFill>
          <a:ln xmlns:a="http://schemas.openxmlformats.org/drawingml/2006/main" w="0">
            <a:solidFill>
              <a:srgbClr val="18324C"/>
            </a:solidFill>
            <a:prstDash val="solid"/>
          </a:ln>
        </p:spPr>
      </p:sp>
      <p:sp>
        <p:nvSpPr>
          <p:cNvPr id="15" name="incident-number-1">
            <a:extLst xmlns:a="http://schemas.openxmlformats.org/drawingml/2006/main">
              <a:ext uri="{FF2B5EF4-FFF2-40B4-BE49-F238E27FC236}">
                <a16:creationId xmlns:a16="http://schemas.microsoft.com/office/drawing/2014/main" id="{B29F68E3-993E-429F-AEAE-B458D2B7E672}"/>
              </a:ext>
            </a:extLst>
          </p:cNvPr>
          <p:cNvSpPr>
            <a:spLocks xmlns:a="http://schemas.openxmlformats.org/drawingml/2006/main" noGrp="1"/>
          </p:cNvSpPr>
          <p:nvPr/>
        </p:nvSpPr>
        <p:spPr>
          <a:xfrm xmlns:a="http://schemas.openxmlformats.org/drawingml/2006/main">
            <a:off x="3048000" y="31337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200" b="1" i="0">
                <a:solidFill>
                  <a:srgbClr val="FFFFFF"/>
                </a:solidFill>
                <a:latin typeface="LiberationSans"/>
                <a:ea typeface="LiberationSans"/>
                <a:cs typeface="LiberationSans"/>
              </a:defRPr>
            </a:pPr>
            <a:r>
              <a:rPr sz="1200" b="1" i="0">
                <a:solidFill>
                  <a:srgbClr val="FFFFFF"/>
                </a:solidFill>
                <a:latin typeface="LiberationSans"/>
                <a:ea typeface="LiberationSans"/>
                <a:cs typeface="LiberationSans"/>
              </a:rPr>
              <a:t>02</a:t>
            </a:r>
          </a:p>
        </p:txBody>
      </p:sp>
      <p:sp>
        <p:nvSpPr>
          <p:cNvPr id="16" name="incident-card-1">
            <a:extLst xmlns:a="http://schemas.openxmlformats.org/drawingml/2006/main">
              <a:ext uri="{FF2B5EF4-FFF2-40B4-BE49-F238E27FC236}">
                <a16:creationId xmlns:a16="http://schemas.microsoft.com/office/drawing/2014/main" id="{C1D1AAA9-9039-40D4-B9F5-05BD9FF136E2}"/>
              </a:ext>
            </a:extLst>
          </p:cNvPr>
          <p:cNvSpPr>
            <a:spLocks xmlns:a="http://schemas.openxmlformats.org/drawingml/2006/main" noGrp="1"/>
          </p:cNvSpPr>
          <p:nvPr/>
        </p:nvSpPr>
        <p:spPr>
          <a:xfrm xmlns:a="http://schemas.openxmlformats.org/drawingml/2006/main">
            <a:off x="2819400" y="3886200"/>
            <a:ext cx="1809750" cy="1200150"/>
          </a:xfrm>
          <a:prstGeom xmlns:a="http://schemas.openxmlformats.org/drawingml/2006/main" prst="rect">
            <a:avLst/>
          </a:prstGeom>
          <a:solidFill xmlns:a="http://schemas.openxmlformats.org/drawingml/2006/main">
            <a:srgbClr val="F8F1E2"/>
          </a:solidFill>
          <a:ln xmlns:a="http://schemas.openxmlformats.org/drawingml/2006/main" w="0">
            <a:solidFill>
              <a:srgbClr val="F8F1E2"/>
            </a:solidFill>
            <a:prstDash val="solid"/>
          </a:ln>
        </p:spPr>
      </p:sp>
      <p:sp>
        <p:nvSpPr>
          <p:cNvPr id="17" name="incident-title-1">
            <a:extLst xmlns:a="http://schemas.openxmlformats.org/drawingml/2006/main">
              <a:ext uri="{FF2B5EF4-FFF2-40B4-BE49-F238E27FC236}">
                <a16:creationId xmlns:a16="http://schemas.microsoft.com/office/drawing/2014/main" id="{A73BC356-C3F6-4568-8F3E-AF1CFD4DFDF7}"/>
              </a:ext>
            </a:extLst>
          </p:cNvPr>
          <p:cNvSpPr>
            <a:spLocks xmlns:a="http://schemas.openxmlformats.org/drawingml/2006/main" noGrp="1"/>
          </p:cNvSpPr>
          <p:nvPr/>
        </p:nvSpPr>
        <p:spPr>
          <a:xfrm xmlns:a="http://schemas.openxmlformats.org/drawingml/2006/main">
            <a:off x="2990850" y="4076700"/>
            <a:ext cx="1466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532"/>
          </a:bodyPr>
          <a:lstStyle xmlns:a="http://schemas.openxmlformats.org/drawingml/2006/main"/>
          <a:p xmlns:a="http://schemas.openxmlformats.org/drawingml/2006/main">
            <a:pPr algn="ctr">
              <a:lnSpc>
                <a:spcPct val="108000"/>
              </a:lnSpc>
              <a:buNone/>
              <a:defRPr sz="1575" b="1" i="0">
                <a:solidFill>
                  <a:srgbClr val="1C3854"/>
                </a:solidFill>
                <a:latin typeface="LiberationSans"/>
                <a:ea typeface="LiberationSans"/>
                <a:cs typeface="LiberationSans"/>
              </a:defRPr>
            </a:pPr>
            <a:r>
              <a:rPr sz="1575" b="1" i="0">
                <a:solidFill>
                  <a:srgbClr val="1C3854"/>
                </a:solidFill>
                <a:latin typeface="LiberationSans"/>
                <a:ea typeface="LiberationSans"/>
                <a:cs typeface="LiberationSans"/>
              </a:rPr>
              <a:t>Detectar</a:t>
            </a:r>
          </a:p>
        </p:txBody>
      </p:sp>
      <p:sp>
        <p:nvSpPr>
          <p:cNvPr id="18" name="incident-description-1">
            <a:extLst xmlns:a="http://schemas.openxmlformats.org/drawingml/2006/main">
              <a:ext uri="{FF2B5EF4-FFF2-40B4-BE49-F238E27FC236}">
                <a16:creationId xmlns:a16="http://schemas.microsoft.com/office/drawing/2014/main" id="{C0CEA915-AA80-4426-B157-FC80E395534A}"/>
              </a:ext>
            </a:extLst>
          </p:cNvPr>
          <p:cNvSpPr>
            <a:spLocks xmlns:a="http://schemas.openxmlformats.org/drawingml/2006/main" noGrp="1"/>
          </p:cNvSpPr>
          <p:nvPr/>
        </p:nvSpPr>
        <p:spPr>
          <a:xfrm xmlns:a="http://schemas.openxmlformats.org/drawingml/2006/main">
            <a:off x="2990850" y="4476750"/>
            <a:ext cx="146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200" b="0" i="0">
                <a:solidFill>
                  <a:srgbClr val="292F35"/>
                </a:solidFill>
                <a:latin typeface="LiberationSans"/>
                <a:ea typeface="LiberationSans"/>
                <a:cs typeface="LiberationSans"/>
              </a:defRPr>
            </a:pPr>
            <a:r>
              <a:rPr sz="1200" b="0" i="0">
                <a:solidFill>
                  <a:srgbClr val="292F35"/>
                </a:solidFill>
                <a:latin typeface="LiberationSans"/>
                <a:ea typeface="LiberationSans"/>
                <a:cs typeface="LiberationSans"/>
              </a:rPr>
              <a:t>Identificar y analizar señales</a:t>
            </a:r>
          </a:p>
        </p:txBody>
      </p:sp>
      <p:sp>
        <p:nvSpPr>
          <p:cNvPr id="19" name="incident-circle-2">
            <a:extLst xmlns:a="http://schemas.openxmlformats.org/drawingml/2006/main">
              <a:ext uri="{FF2B5EF4-FFF2-40B4-BE49-F238E27FC236}">
                <a16:creationId xmlns:a16="http://schemas.microsoft.com/office/drawing/2014/main" id="{2899335E-81D0-4A6D-8AD6-3D73F5C551A4}"/>
              </a:ext>
            </a:extLst>
          </p:cNvPr>
          <p:cNvSpPr>
            <a:spLocks xmlns:a="http://schemas.openxmlformats.org/drawingml/2006/main" noGrp="1"/>
          </p:cNvSpPr>
          <p:nvPr/>
        </p:nvSpPr>
        <p:spPr>
          <a:xfrm xmlns:a="http://schemas.openxmlformats.org/drawingml/2006/main">
            <a:off x="5219700" y="2952750"/>
            <a:ext cx="552450" cy="552450"/>
          </a:xfrm>
          <a:prstGeom xmlns:a="http://schemas.openxmlformats.org/drawingml/2006/main" prst="ellipse">
            <a:avLst/>
          </a:prstGeom>
          <a:solidFill xmlns:a="http://schemas.openxmlformats.org/drawingml/2006/main">
            <a:srgbClr val="F27732"/>
          </a:solidFill>
          <a:ln xmlns:a="http://schemas.openxmlformats.org/drawingml/2006/main" w="0">
            <a:solidFill>
              <a:srgbClr val="F27732"/>
            </a:solidFill>
            <a:prstDash val="solid"/>
          </a:ln>
        </p:spPr>
      </p:sp>
      <p:sp>
        <p:nvSpPr>
          <p:cNvPr id="20" name="incident-number-2">
            <a:extLst xmlns:a="http://schemas.openxmlformats.org/drawingml/2006/main">
              <a:ext uri="{FF2B5EF4-FFF2-40B4-BE49-F238E27FC236}">
                <a16:creationId xmlns:a16="http://schemas.microsoft.com/office/drawing/2014/main" id="{4EEF08FA-E9EB-4A9C-9C64-C4B8689CF8CE}"/>
              </a:ext>
            </a:extLst>
          </p:cNvPr>
          <p:cNvSpPr>
            <a:spLocks xmlns:a="http://schemas.openxmlformats.org/drawingml/2006/main" noGrp="1"/>
          </p:cNvSpPr>
          <p:nvPr/>
        </p:nvSpPr>
        <p:spPr>
          <a:xfrm xmlns:a="http://schemas.openxmlformats.org/drawingml/2006/main">
            <a:off x="5219700" y="31337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200" b="1" i="0">
                <a:solidFill>
                  <a:srgbClr val="FFFFFF"/>
                </a:solidFill>
                <a:latin typeface="LiberationSans"/>
                <a:ea typeface="LiberationSans"/>
                <a:cs typeface="LiberationSans"/>
              </a:defRPr>
            </a:pPr>
            <a:r>
              <a:rPr sz="1200" b="1" i="0">
                <a:solidFill>
                  <a:srgbClr val="FFFFFF"/>
                </a:solidFill>
                <a:latin typeface="LiberationSans"/>
                <a:ea typeface="LiberationSans"/>
                <a:cs typeface="LiberationSans"/>
              </a:rPr>
              <a:t>03</a:t>
            </a:r>
          </a:p>
        </p:txBody>
      </p:sp>
      <p:sp>
        <p:nvSpPr>
          <p:cNvPr id="21" name="incident-card-2">
            <a:extLst xmlns:a="http://schemas.openxmlformats.org/drawingml/2006/main">
              <a:ext uri="{FF2B5EF4-FFF2-40B4-BE49-F238E27FC236}">
                <a16:creationId xmlns:a16="http://schemas.microsoft.com/office/drawing/2014/main" id="{9579EBFA-3021-4C1B-9A74-7FE88DA00B16}"/>
              </a:ext>
            </a:extLst>
          </p:cNvPr>
          <p:cNvSpPr>
            <a:spLocks xmlns:a="http://schemas.openxmlformats.org/drawingml/2006/main" noGrp="1"/>
          </p:cNvSpPr>
          <p:nvPr/>
        </p:nvSpPr>
        <p:spPr>
          <a:xfrm xmlns:a="http://schemas.openxmlformats.org/drawingml/2006/main">
            <a:off x="4991100" y="3886200"/>
            <a:ext cx="1809750" cy="1200150"/>
          </a:xfrm>
          <a:prstGeom xmlns:a="http://schemas.openxmlformats.org/drawingml/2006/main" prst="rect">
            <a:avLst/>
          </a:prstGeom>
          <a:solidFill xmlns:a="http://schemas.openxmlformats.org/drawingml/2006/main">
            <a:srgbClr val="FCEBE3"/>
          </a:solidFill>
          <a:ln xmlns:a="http://schemas.openxmlformats.org/drawingml/2006/main" w="0">
            <a:solidFill>
              <a:srgbClr val="FCEBE3"/>
            </a:solidFill>
            <a:prstDash val="solid"/>
          </a:ln>
        </p:spPr>
      </p:sp>
      <p:sp>
        <p:nvSpPr>
          <p:cNvPr id="22" name="incident-title-2">
            <a:extLst xmlns:a="http://schemas.openxmlformats.org/drawingml/2006/main">
              <a:ext uri="{FF2B5EF4-FFF2-40B4-BE49-F238E27FC236}">
                <a16:creationId xmlns:a16="http://schemas.microsoft.com/office/drawing/2014/main" id="{EF804653-404A-4ECE-ADE4-046F98D6E446}"/>
              </a:ext>
            </a:extLst>
          </p:cNvPr>
          <p:cNvSpPr>
            <a:spLocks xmlns:a="http://schemas.openxmlformats.org/drawingml/2006/main" noGrp="1"/>
          </p:cNvSpPr>
          <p:nvPr/>
        </p:nvSpPr>
        <p:spPr>
          <a:xfrm xmlns:a="http://schemas.openxmlformats.org/drawingml/2006/main">
            <a:off x="5162550" y="4076700"/>
            <a:ext cx="1466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532"/>
          </a:bodyPr>
          <a:lstStyle xmlns:a="http://schemas.openxmlformats.org/drawingml/2006/main"/>
          <a:p xmlns:a="http://schemas.openxmlformats.org/drawingml/2006/main">
            <a:pPr algn="ctr">
              <a:lnSpc>
                <a:spcPct val="108000"/>
              </a:lnSpc>
              <a:buNone/>
              <a:defRPr sz="1575" b="1" i="0">
                <a:solidFill>
                  <a:srgbClr val="1C3854"/>
                </a:solidFill>
                <a:latin typeface="LiberationSans"/>
                <a:ea typeface="LiberationSans"/>
                <a:cs typeface="LiberationSans"/>
              </a:defRPr>
            </a:pPr>
            <a:r>
              <a:rPr sz="1575" b="1" i="0">
                <a:solidFill>
                  <a:srgbClr val="1C3854"/>
                </a:solidFill>
                <a:latin typeface="LiberationSans"/>
                <a:ea typeface="LiberationSans"/>
                <a:cs typeface="LiberationSans"/>
              </a:rPr>
              <a:t>Contener</a:t>
            </a:r>
          </a:p>
        </p:txBody>
      </p:sp>
      <p:sp>
        <p:nvSpPr>
          <p:cNvPr id="23" name="incident-description-2">
            <a:extLst xmlns:a="http://schemas.openxmlformats.org/drawingml/2006/main">
              <a:ext uri="{FF2B5EF4-FFF2-40B4-BE49-F238E27FC236}">
                <a16:creationId xmlns:a16="http://schemas.microsoft.com/office/drawing/2014/main" id="{BB176747-2D11-40D0-B141-83C7E8F9109C}"/>
              </a:ext>
            </a:extLst>
          </p:cNvPr>
          <p:cNvSpPr>
            <a:spLocks xmlns:a="http://schemas.openxmlformats.org/drawingml/2006/main" noGrp="1"/>
          </p:cNvSpPr>
          <p:nvPr/>
        </p:nvSpPr>
        <p:spPr>
          <a:xfrm xmlns:a="http://schemas.openxmlformats.org/drawingml/2006/main">
            <a:off x="5162550" y="4476750"/>
            <a:ext cx="146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200" b="0" i="0">
                <a:solidFill>
                  <a:srgbClr val="292F35"/>
                </a:solidFill>
                <a:latin typeface="LiberationSans"/>
                <a:ea typeface="LiberationSans"/>
                <a:cs typeface="LiberationSans"/>
              </a:defRPr>
            </a:pPr>
            <a:r>
              <a:rPr sz="1200" b="0" i="0">
                <a:solidFill>
                  <a:srgbClr val="292F35"/>
                </a:solidFill>
                <a:latin typeface="LiberationSans"/>
                <a:ea typeface="LiberationSans"/>
                <a:cs typeface="LiberationSans"/>
              </a:rPr>
              <a:t>Limitar el alcance del incidente</a:t>
            </a:r>
          </a:p>
        </p:txBody>
      </p:sp>
      <p:sp>
        <p:nvSpPr>
          <p:cNvPr id="24" name="incident-circle-3">
            <a:extLst xmlns:a="http://schemas.openxmlformats.org/drawingml/2006/main">
              <a:ext uri="{FF2B5EF4-FFF2-40B4-BE49-F238E27FC236}">
                <a16:creationId xmlns:a16="http://schemas.microsoft.com/office/drawing/2014/main" id="{CA1AC8CA-4116-4090-BC98-DD89E6F48014}"/>
              </a:ext>
            </a:extLst>
          </p:cNvPr>
          <p:cNvSpPr>
            <a:spLocks xmlns:a="http://schemas.openxmlformats.org/drawingml/2006/main" noGrp="1"/>
          </p:cNvSpPr>
          <p:nvPr/>
        </p:nvSpPr>
        <p:spPr>
          <a:xfrm xmlns:a="http://schemas.openxmlformats.org/drawingml/2006/main">
            <a:off x="7391400" y="2952750"/>
            <a:ext cx="552450" cy="552450"/>
          </a:xfrm>
          <a:prstGeom xmlns:a="http://schemas.openxmlformats.org/drawingml/2006/main" prst="ellipse">
            <a:avLst/>
          </a:prstGeom>
          <a:solidFill xmlns:a="http://schemas.openxmlformats.org/drawingml/2006/main">
            <a:srgbClr val="18324C"/>
          </a:solidFill>
          <a:ln xmlns:a="http://schemas.openxmlformats.org/drawingml/2006/main" w="0">
            <a:solidFill>
              <a:srgbClr val="18324C"/>
            </a:solidFill>
            <a:prstDash val="solid"/>
          </a:ln>
        </p:spPr>
      </p:sp>
      <p:sp>
        <p:nvSpPr>
          <p:cNvPr id="25" name="incident-number-3">
            <a:extLst xmlns:a="http://schemas.openxmlformats.org/drawingml/2006/main">
              <a:ext uri="{FF2B5EF4-FFF2-40B4-BE49-F238E27FC236}">
                <a16:creationId xmlns:a16="http://schemas.microsoft.com/office/drawing/2014/main" id="{1E8EFE06-E3B4-4456-9434-6CEAA5200ECD}"/>
              </a:ext>
            </a:extLst>
          </p:cNvPr>
          <p:cNvSpPr>
            <a:spLocks xmlns:a="http://schemas.openxmlformats.org/drawingml/2006/main" noGrp="1"/>
          </p:cNvSpPr>
          <p:nvPr/>
        </p:nvSpPr>
        <p:spPr>
          <a:xfrm xmlns:a="http://schemas.openxmlformats.org/drawingml/2006/main">
            <a:off x="7391400" y="31337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200" b="1" i="0">
                <a:solidFill>
                  <a:srgbClr val="FFFFFF"/>
                </a:solidFill>
                <a:latin typeface="LiberationSans"/>
                <a:ea typeface="LiberationSans"/>
                <a:cs typeface="LiberationSans"/>
              </a:defRPr>
            </a:pPr>
            <a:r>
              <a:rPr sz="1200" b="1" i="0">
                <a:solidFill>
                  <a:srgbClr val="FFFFFF"/>
                </a:solidFill>
                <a:latin typeface="LiberationSans"/>
                <a:ea typeface="LiberationSans"/>
                <a:cs typeface="LiberationSans"/>
              </a:rPr>
              <a:t>04</a:t>
            </a:r>
          </a:p>
        </p:txBody>
      </p:sp>
      <p:sp>
        <p:nvSpPr>
          <p:cNvPr id="26" name="incident-card-3">
            <a:extLst xmlns:a="http://schemas.openxmlformats.org/drawingml/2006/main">
              <a:ext uri="{FF2B5EF4-FFF2-40B4-BE49-F238E27FC236}">
                <a16:creationId xmlns:a16="http://schemas.microsoft.com/office/drawing/2014/main" id="{0F8ADCC2-5971-4CE7-92E0-4C6DCD49E805}"/>
              </a:ext>
            </a:extLst>
          </p:cNvPr>
          <p:cNvSpPr>
            <a:spLocks xmlns:a="http://schemas.openxmlformats.org/drawingml/2006/main" noGrp="1"/>
          </p:cNvSpPr>
          <p:nvPr/>
        </p:nvSpPr>
        <p:spPr>
          <a:xfrm xmlns:a="http://schemas.openxmlformats.org/drawingml/2006/main">
            <a:off x="7162800" y="3886200"/>
            <a:ext cx="1809750" cy="1200150"/>
          </a:xfrm>
          <a:prstGeom xmlns:a="http://schemas.openxmlformats.org/drawingml/2006/main" prst="rect">
            <a:avLst/>
          </a:prstGeom>
          <a:solidFill xmlns:a="http://schemas.openxmlformats.org/drawingml/2006/main">
            <a:srgbClr val="E7F1ED"/>
          </a:solidFill>
          <a:ln xmlns:a="http://schemas.openxmlformats.org/drawingml/2006/main" w="0">
            <a:solidFill>
              <a:srgbClr val="E7F1ED"/>
            </a:solidFill>
            <a:prstDash val="solid"/>
          </a:ln>
        </p:spPr>
      </p:sp>
      <p:sp>
        <p:nvSpPr>
          <p:cNvPr id="27" name="incident-title-3">
            <a:extLst xmlns:a="http://schemas.openxmlformats.org/drawingml/2006/main">
              <a:ext uri="{FF2B5EF4-FFF2-40B4-BE49-F238E27FC236}">
                <a16:creationId xmlns:a16="http://schemas.microsoft.com/office/drawing/2014/main" id="{C7D48B08-E734-48D1-94C4-0A5383BB9549}"/>
              </a:ext>
            </a:extLst>
          </p:cNvPr>
          <p:cNvSpPr>
            <a:spLocks xmlns:a="http://schemas.openxmlformats.org/drawingml/2006/main" noGrp="1"/>
          </p:cNvSpPr>
          <p:nvPr/>
        </p:nvSpPr>
        <p:spPr>
          <a:xfrm xmlns:a="http://schemas.openxmlformats.org/drawingml/2006/main">
            <a:off x="7334250" y="4076700"/>
            <a:ext cx="1466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532"/>
          </a:bodyPr>
          <a:lstStyle xmlns:a="http://schemas.openxmlformats.org/drawingml/2006/main"/>
          <a:p xmlns:a="http://schemas.openxmlformats.org/drawingml/2006/main">
            <a:pPr algn="ctr">
              <a:lnSpc>
                <a:spcPct val="108000"/>
              </a:lnSpc>
              <a:buNone/>
              <a:defRPr sz="1575" b="1" i="0">
                <a:solidFill>
                  <a:srgbClr val="1C3854"/>
                </a:solidFill>
                <a:latin typeface="LiberationSans"/>
                <a:ea typeface="LiberationSans"/>
                <a:cs typeface="LiberationSans"/>
              </a:defRPr>
            </a:pPr>
            <a:r>
              <a:rPr sz="1575" b="1" i="0">
                <a:solidFill>
                  <a:srgbClr val="1C3854"/>
                </a:solidFill>
                <a:latin typeface="LiberationSans"/>
                <a:ea typeface="LiberationSans"/>
                <a:cs typeface="LiberationSans"/>
              </a:rPr>
              <a:t>Recuperar</a:t>
            </a:r>
          </a:p>
        </p:txBody>
      </p:sp>
      <p:sp>
        <p:nvSpPr>
          <p:cNvPr id="28" name="incident-description-3">
            <a:extLst xmlns:a="http://schemas.openxmlformats.org/drawingml/2006/main">
              <a:ext uri="{FF2B5EF4-FFF2-40B4-BE49-F238E27FC236}">
                <a16:creationId xmlns:a16="http://schemas.microsoft.com/office/drawing/2014/main" id="{C09CFBE4-5C99-4B31-A0D6-03D1B8794872}"/>
              </a:ext>
            </a:extLst>
          </p:cNvPr>
          <p:cNvSpPr>
            <a:spLocks xmlns:a="http://schemas.openxmlformats.org/drawingml/2006/main" noGrp="1"/>
          </p:cNvSpPr>
          <p:nvPr/>
        </p:nvSpPr>
        <p:spPr>
          <a:xfrm xmlns:a="http://schemas.openxmlformats.org/drawingml/2006/main">
            <a:off x="7334250" y="4476750"/>
            <a:ext cx="146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200" b="0" i="0">
                <a:solidFill>
                  <a:srgbClr val="292F35"/>
                </a:solidFill>
                <a:latin typeface="LiberationSans"/>
                <a:ea typeface="LiberationSans"/>
                <a:cs typeface="LiberationSans"/>
              </a:defRPr>
            </a:pPr>
            <a:r>
              <a:rPr sz="1200" b="0" i="0">
                <a:solidFill>
                  <a:srgbClr val="292F35"/>
                </a:solidFill>
                <a:latin typeface="LiberationSans"/>
                <a:ea typeface="LiberationSans"/>
                <a:cs typeface="LiberationSans"/>
              </a:rPr>
              <a:t>Restaurar el servicio con control</a:t>
            </a:r>
          </a:p>
        </p:txBody>
      </p:sp>
      <p:sp>
        <p:nvSpPr>
          <p:cNvPr id="29" name="incident-circle-4">
            <a:extLst xmlns:a="http://schemas.openxmlformats.org/drawingml/2006/main">
              <a:ext uri="{FF2B5EF4-FFF2-40B4-BE49-F238E27FC236}">
                <a16:creationId xmlns:a16="http://schemas.microsoft.com/office/drawing/2014/main" id="{3E938752-5219-4CC3-95CB-1B35FB82463A}"/>
              </a:ext>
            </a:extLst>
          </p:cNvPr>
          <p:cNvSpPr>
            <a:spLocks xmlns:a="http://schemas.openxmlformats.org/drawingml/2006/main" noGrp="1"/>
          </p:cNvSpPr>
          <p:nvPr/>
        </p:nvSpPr>
        <p:spPr>
          <a:xfrm xmlns:a="http://schemas.openxmlformats.org/drawingml/2006/main">
            <a:off x="9563100" y="2952750"/>
            <a:ext cx="552450" cy="552450"/>
          </a:xfrm>
          <a:prstGeom xmlns:a="http://schemas.openxmlformats.org/drawingml/2006/main" prst="ellipse">
            <a:avLst/>
          </a:prstGeom>
          <a:solidFill xmlns:a="http://schemas.openxmlformats.org/drawingml/2006/main">
            <a:srgbClr val="18324C"/>
          </a:solidFill>
          <a:ln xmlns:a="http://schemas.openxmlformats.org/drawingml/2006/main" w="0">
            <a:solidFill>
              <a:srgbClr val="18324C"/>
            </a:solidFill>
            <a:prstDash val="solid"/>
          </a:ln>
        </p:spPr>
      </p:sp>
      <p:sp>
        <p:nvSpPr>
          <p:cNvPr id="30" name="incident-number-4">
            <a:extLst xmlns:a="http://schemas.openxmlformats.org/drawingml/2006/main">
              <a:ext uri="{FF2B5EF4-FFF2-40B4-BE49-F238E27FC236}">
                <a16:creationId xmlns:a16="http://schemas.microsoft.com/office/drawing/2014/main" id="{74046189-1487-4771-A237-F9B973862307}"/>
              </a:ext>
            </a:extLst>
          </p:cNvPr>
          <p:cNvSpPr>
            <a:spLocks xmlns:a="http://schemas.openxmlformats.org/drawingml/2006/main" noGrp="1"/>
          </p:cNvSpPr>
          <p:nvPr/>
        </p:nvSpPr>
        <p:spPr>
          <a:xfrm xmlns:a="http://schemas.openxmlformats.org/drawingml/2006/main">
            <a:off x="9563100" y="31337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200" b="1" i="0">
                <a:solidFill>
                  <a:srgbClr val="FFFFFF"/>
                </a:solidFill>
                <a:latin typeface="LiberationSans"/>
                <a:ea typeface="LiberationSans"/>
                <a:cs typeface="LiberationSans"/>
              </a:defRPr>
            </a:pPr>
            <a:r>
              <a:rPr sz="1200" b="1" i="0">
                <a:solidFill>
                  <a:srgbClr val="FFFFFF"/>
                </a:solidFill>
                <a:latin typeface="LiberationSans"/>
                <a:ea typeface="LiberationSans"/>
                <a:cs typeface="LiberationSans"/>
              </a:rPr>
              <a:t>05</a:t>
            </a:r>
          </a:p>
        </p:txBody>
      </p:sp>
      <p:sp>
        <p:nvSpPr>
          <p:cNvPr id="31" name="incident-card-4">
            <a:extLst xmlns:a="http://schemas.openxmlformats.org/drawingml/2006/main">
              <a:ext uri="{FF2B5EF4-FFF2-40B4-BE49-F238E27FC236}">
                <a16:creationId xmlns:a16="http://schemas.microsoft.com/office/drawing/2014/main" id="{A14B5BFE-9516-45B6-B548-FB6592FE289F}"/>
              </a:ext>
            </a:extLst>
          </p:cNvPr>
          <p:cNvSpPr>
            <a:spLocks xmlns:a="http://schemas.openxmlformats.org/drawingml/2006/main" noGrp="1"/>
          </p:cNvSpPr>
          <p:nvPr/>
        </p:nvSpPr>
        <p:spPr>
          <a:xfrm xmlns:a="http://schemas.openxmlformats.org/drawingml/2006/main">
            <a:off x="9334500" y="3886200"/>
            <a:ext cx="1809750" cy="1200150"/>
          </a:xfrm>
          <a:prstGeom xmlns:a="http://schemas.openxmlformats.org/drawingml/2006/main" prst="rect">
            <a:avLst/>
          </a:prstGeom>
          <a:solidFill xmlns:a="http://schemas.openxmlformats.org/drawingml/2006/main">
            <a:srgbClr val="F0EDF8"/>
          </a:solidFill>
          <a:ln xmlns:a="http://schemas.openxmlformats.org/drawingml/2006/main" w="0">
            <a:solidFill>
              <a:srgbClr val="F0EDF8"/>
            </a:solidFill>
            <a:prstDash val="solid"/>
          </a:ln>
        </p:spPr>
      </p:sp>
      <p:sp>
        <p:nvSpPr>
          <p:cNvPr id="32" name="incident-title-4">
            <a:extLst xmlns:a="http://schemas.openxmlformats.org/drawingml/2006/main">
              <a:ext uri="{FF2B5EF4-FFF2-40B4-BE49-F238E27FC236}">
                <a16:creationId xmlns:a16="http://schemas.microsoft.com/office/drawing/2014/main" id="{91F293EB-8AD0-4283-8056-F2767216703B}"/>
              </a:ext>
            </a:extLst>
          </p:cNvPr>
          <p:cNvSpPr>
            <a:spLocks xmlns:a="http://schemas.openxmlformats.org/drawingml/2006/main" noGrp="1"/>
          </p:cNvSpPr>
          <p:nvPr/>
        </p:nvSpPr>
        <p:spPr>
          <a:xfrm xmlns:a="http://schemas.openxmlformats.org/drawingml/2006/main">
            <a:off x="9505950" y="4076700"/>
            <a:ext cx="1466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532"/>
          </a:bodyPr>
          <a:lstStyle xmlns:a="http://schemas.openxmlformats.org/drawingml/2006/main"/>
          <a:p xmlns:a="http://schemas.openxmlformats.org/drawingml/2006/main">
            <a:pPr algn="ctr">
              <a:lnSpc>
                <a:spcPct val="108000"/>
              </a:lnSpc>
              <a:buNone/>
              <a:defRPr sz="1575" b="1" i="0">
                <a:solidFill>
                  <a:srgbClr val="1C3854"/>
                </a:solidFill>
                <a:latin typeface="LiberationSans"/>
                <a:ea typeface="LiberationSans"/>
                <a:cs typeface="LiberationSans"/>
              </a:defRPr>
            </a:pPr>
            <a:r>
              <a:rPr sz="1575" b="1" i="0">
                <a:solidFill>
                  <a:srgbClr val="1C3854"/>
                </a:solidFill>
                <a:latin typeface="LiberationSans"/>
                <a:ea typeface="LiberationSans"/>
                <a:cs typeface="LiberationSans"/>
              </a:rPr>
              <a:t>Aprender</a:t>
            </a:r>
          </a:p>
        </p:txBody>
      </p:sp>
      <p:sp>
        <p:nvSpPr>
          <p:cNvPr id="33" name="incident-description-4">
            <a:extLst xmlns:a="http://schemas.openxmlformats.org/drawingml/2006/main">
              <a:ext uri="{FF2B5EF4-FFF2-40B4-BE49-F238E27FC236}">
                <a16:creationId xmlns:a16="http://schemas.microsoft.com/office/drawing/2014/main" id="{D49DE889-08F1-44DD-85C2-C7391903C8B3}"/>
              </a:ext>
            </a:extLst>
          </p:cNvPr>
          <p:cNvSpPr>
            <a:spLocks xmlns:a="http://schemas.openxmlformats.org/drawingml/2006/main" noGrp="1"/>
          </p:cNvSpPr>
          <p:nvPr/>
        </p:nvSpPr>
        <p:spPr>
          <a:xfrm xmlns:a="http://schemas.openxmlformats.org/drawingml/2006/main">
            <a:off x="9505950" y="4476750"/>
            <a:ext cx="146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200" b="0" i="0">
                <a:solidFill>
                  <a:srgbClr val="292F35"/>
                </a:solidFill>
                <a:latin typeface="LiberationSans"/>
                <a:ea typeface="LiberationSans"/>
                <a:cs typeface="LiberationSans"/>
              </a:defRPr>
            </a:pPr>
            <a:r>
              <a:rPr sz="1200" b="0" i="0">
                <a:solidFill>
                  <a:srgbClr val="292F35"/>
                </a:solidFill>
                <a:latin typeface="LiberationSans"/>
                <a:ea typeface="LiberationSans"/>
                <a:cs typeface="LiberationSans"/>
              </a:rPr>
              <a:t>Registrar hallazgos y mejorar</a:t>
            </a:r>
          </a:p>
        </p:txBody>
      </p:sp>
      <p:sp>
        <p:nvSpPr>
          <p:cNvPr id="34" name="incident-bottom">
            <a:extLst xmlns:a="http://schemas.openxmlformats.org/drawingml/2006/main">
              <a:ext uri="{FF2B5EF4-FFF2-40B4-BE49-F238E27FC236}">
                <a16:creationId xmlns:a16="http://schemas.microsoft.com/office/drawing/2014/main" id="{91933FAE-5E54-4234-B589-AB3A64260199}"/>
              </a:ext>
            </a:extLst>
          </p:cNvPr>
          <p:cNvSpPr>
            <a:spLocks xmlns:a="http://schemas.openxmlformats.org/drawingml/2006/main" noGrp="1"/>
          </p:cNvSpPr>
          <p:nvPr/>
        </p:nvSpPr>
        <p:spPr>
          <a:xfrm xmlns:a="http://schemas.openxmlformats.org/drawingml/2006/main">
            <a:off x="685800" y="5505450"/>
            <a:ext cx="10820400" cy="476250"/>
          </a:xfrm>
          <a:prstGeom xmlns:a="http://schemas.openxmlformats.org/drawingml/2006/main" prst="rect">
            <a:avLst/>
          </a:prstGeom>
          <a:solidFill xmlns:a="http://schemas.openxmlformats.org/drawingml/2006/main">
            <a:srgbClr val="18324C"/>
          </a:solidFill>
          <a:ln xmlns:a="http://schemas.openxmlformats.org/drawingml/2006/main" w="0">
            <a:solidFill>
              <a:srgbClr val="18324C"/>
            </a:solidFill>
            <a:prstDash val="solid"/>
          </a:ln>
        </p:spPr>
      </p:sp>
      <p:sp>
        <p:nvSpPr>
          <p:cNvPr id="35" name="incident-bottom-text">
            <a:extLst xmlns:a="http://schemas.openxmlformats.org/drawingml/2006/main">
              <a:ext uri="{FF2B5EF4-FFF2-40B4-BE49-F238E27FC236}">
                <a16:creationId xmlns:a16="http://schemas.microsoft.com/office/drawing/2014/main" id="{CD9ACD8A-FF71-4DBA-842B-4A843462C739}"/>
              </a:ext>
            </a:extLst>
          </p:cNvPr>
          <p:cNvSpPr>
            <a:spLocks xmlns:a="http://schemas.openxmlformats.org/drawingml/2006/main" noGrp="1"/>
          </p:cNvSpPr>
          <p:nvPr/>
        </p:nvSpPr>
        <p:spPr>
          <a:xfrm xmlns:a="http://schemas.openxmlformats.org/drawingml/2006/main">
            <a:off x="952500" y="5638800"/>
            <a:ext cx="10210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425" b="1" i="0">
                <a:solidFill>
                  <a:srgbClr val="FFFFFF"/>
                </a:solidFill>
                <a:latin typeface="LiberationSans"/>
                <a:ea typeface="LiberationSans"/>
                <a:cs typeface="LiberationSans"/>
              </a:defRPr>
            </a:pPr>
            <a:r>
              <a:rPr sz="1425" b="1" i="0">
                <a:solidFill>
                  <a:srgbClr val="FFFFFF"/>
                </a:solidFill>
                <a:latin typeface="LiberationSans"/>
                <a:ea typeface="LiberationSans"/>
                <a:cs typeface="LiberationSans"/>
              </a:rPr>
              <a:t>Un incidente termina cuando el servicio se recupera y el equipo entiende qué debe cambiar.</a:t>
            </a:r>
          </a:p>
        </p:txBody>
      </p:sp>
    </p:spTree>
    <p:extLst>
      <p:ext uri="{BB962C8B-B14F-4D97-AF65-F5344CB8AC3E}">
        <p14:creationId xmlns:p14="http://schemas.microsoft.com/office/powerpoint/2010/main" val="561998739"/>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8" name="security-testing-kicker">
            <a:extLst xmlns:a="http://schemas.openxmlformats.org/drawingml/2006/main">
              <a:ext uri="{FF2B5EF4-FFF2-40B4-BE49-F238E27FC236}">
                <a16:creationId xmlns:a16="http://schemas.microsoft.com/office/drawing/2014/main" id="{2DEE099A-D8D6-4723-AB03-2DD9D3775467}"/>
              </a:ext>
            </a:extLst>
          </p:cNvPr>
          <p:cNvSpPr>
            <a:spLocks xmlns:a="http://schemas.openxmlformats.org/drawingml/2006/main" noGrp="1"/>
          </p:cNvSpPr>
          <p:nvPr/>
        </p:nvSpPr>
        <p:spPr>
          <a:xfrm xmlns:a="http://schemas.openxmlformats.org/drawingml/2006/main">
            <a:off x="685800" y="4000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i="0">
                <a:solidFill>
                  <a:srgbClr val="C99B2E"/>
                </a:solidFill>
                <a:latin typeface="LiberationSans"/>
                <a:ea typeface="LiberationSans"/>
                <a:cs typeface="LiberationSans"/>
              </a:defRPr>
            </a:pPr>
            <a:r>
              <a:rPr sz="1125" b="1" i="0">
                <a:solidFill>
                  <a:srgbClr val="C99B2E"/>
                </a:solidFill>
                <a:latin typeface="LiberationSans"/>
                <a:ea typeface="LiberationSans"/>
                <a:cs typeface="LiberationSans"/>
              </a:rPr>
              <a:t>PRUEBAS DE SEGURIDAD</a:t>
            </a:r>
          </a:p>
        </p:txBody>
      </p:sp>
      <p:sp>
        <p:nvSpPr>
          <p:cNvPr id="2" name="security-testing-title">
            <a:extLst xmlns:a="http://schemas.openxmlformats.org/drawingml/2006/main">
              <a:ext uri="{FF2B5EF4-FFF2-40B4-BE49-F238E27FC236}">
                <a16:creationId xmlns:a16="http://schemas.microsoft.com/office/drawing/2014/main" id="{7C2043CA-B1D3-4A6B-9CF1-9B5BDC50096A}"/>
              </a:ext>
            </a:extLst>
          </p:cNvPr>
          <p:cNvSpPr>
            <a:spLocks xmlns:a="http://schemas.openxmlformats.org/drawingml/2006/main" noGrp="1"/>
          </p:cNvSpPr>
          <p:nvPr/>
        </p:nvSpPr>
        <p:spPr>
          <a:xfrm xmlns:a="http://schemas.openxmlformats.org/drawingml/2006/main">
            <a:off x="685800" y="685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163"/>
          </a:bodyPr>
          <a:lstStyle xmlns:a="http://schemas.openxmlformats.org/drawingml/2006/main"/>
          <a:p xmlns:a="http://schemas.openxmlformats.org/drawingml/2006/main">
            <a:pPr algn="l">
              <a:lnSpc>
                <a:spcPct val="98000"/>
              </a:lnSpc>
              <a:buNone/>
              <a:defRPr sz="3150" b="1" i="0">
                <a:solidFill>
                  <a:srgbClr val="1C3854"/>
                </a:solidFill>
                <a:latin typeface="LiberationSans"/>
                <a:ea typeface="LiberationSans"/>
                <a:cs typeface="LiberationSans"/>
              </a:defRPr>
            </a:pPr>
            <a:r>
              <a:rPr sz="3150" b="1" i="0">
                <a:solidFill>
                  <a:srgbClr val="1C3854"/>
                </a:solidFill>
                <a:latin typeface="LiberationSans"/>
                <a:ea typeface="LiberationSans"/>
                <a:cs typeface="LiberationSans"/>
              </a:rPr>
              <a:t>Probar también significa intentar lo que el sistema debe rechazar</a:t>
            </a:r>
          </a:p>
        </p:txBody>
      </p:sp>
      <p:sp>
        <p:nvSpPr>
          <p:cNvPr id="3" name="security-testing-rule">
            <a:extLst xmlns:a="http://schemas.openxmlformats.org/drawingml/2006/main">
              <a:ext uri="{FF2B5EF4-FFF2-40B4-BE49-F238E27FC236}">
                <a16:creationId xmlns:a16="http://schemas.microsoft.com/office/drawing/2014/main" id="{D064DB64-EAEF-498A-B563-80D49B259EC4}"/>
              </a:ext>
            </a:extLst>
          </p:cNvPr>
          <p:cNvSpPr>
            <a:spLocks xmlns:a="http://schemas.openxmlformats.org/drawingml/2006/main" noGrp="1"/>
          </p:cNvSpPr>
          <p:nvPr/>
        </p:nvSpPr>
        <p:spPr>
          <a:xfrm xmlns:a="http://schemas.openxmlformats.org/drawingml/2006/main">
            <a:off x="685800" y="1323975"/>
            <a:ext cx="1104900" cy="47625"/>
          </a:xfrm>
          <a:prstGeom xmlns:a="http://schemas.openxmlformats.org/drawingml/2006/main" prst="rect">
            <a:avLst/>
          </a:prstGeom>
          <a:solidFill xmlns:a="http://schemas.openxmlformats.org/drawingml/2006/main">
            <a:srgbClr val="C99B2E"/>
          </a:solidFill>
          <a:ln xmlns:a="http://schemas.openxmlformats.org/drawingml/2006/main" w="0">
            <a:solidFill>
              <a:srgbClr val="C99B2E"/>
            </a:solidFill>
            <a:prstDash val="solid"/>
          </a:ln>
        </p:spPr>
      </p:sp>
      <p:sp>
        <p:nvSpPr>
          <p:cNvPr id="4" name="security-testing-subtitle">
            <a:extLst xmlns:a="http://schemas.openxmlformats.org/drawingml/2006/main">
              <a:ext uri="{FF2B5EF4-FFF2-40B4-BE49-F238E27FC236}">
                <a16:creationId xmlns:a16="http://schemas.microsoft.com/office/drawing/2014/main" id="{038D843A-376C-4C60-8101-403251696B66}"/>
              </a:ext>
            </a:extLst>
          </p:cNvPr>
          <p:cNvSpPr>
            <a:spLocks xmlns:a="http://schemas.openxmlformats.org/drawingml/2006/main" noGrp="1"/>
          </p:cNvSpPr>
          <p:nvPr/>
        </p:nvSpPr>
        <p:spPr>
          <a:xfrm xmlns:a="http://schemas.openxmlformats.org/drawingml/2006/main">
            <a:off x="685800" y="15049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68747F"/>
                </a:solidFill>
                <a:latin typeface="LiberationSans"/>
                <a:ea typeface="LiberationSans"/>
                <a:cs typeface="LiberationSans"/>
              </a:defRPr>
            </a:pPr>
            <a:r>
              <a:rPr sz="1500" b="0" i="0">
                <a:solidFill>
                  <a:srgbClr val="68747F"/>
                </a:solidFill>
                <a:latin typeface="LiberationSans"/>
                <a:ea typeface="LiberationSans"/>
                <a:cs typeface="LiberationSans"/>
              </a:rPr>
              <a:t>La prueba parte de un permiso esperado y de un comportamiento que debe bloquearse o registrarse.</a:t>
            </a:r>
          </a:p>
        </p:txBody>
      </p:sp>
      <p:sp>
        <p:nvSpPr>
          <p:cNvPr id="5" name="footer-band-14">
            <a:extLst xmlns:a="http://schemas.openxmlformats.org/drawingml/2006/main">
              <a:ext uri="{FF2B5EF4-FFF2-40B4-BE49-F238E27FC236}">
                <a16:creationId xmlns:a16="http://schemas.microsoft.com/office/drawing/2014/main" id="{62AC1E7F-44F9-4858-927B-DD6421C543A7}"/>
              </a:ext>
            </a:extLst>
          </p:cNvPr>
          <p:cNvSpPr>
            <a:spLocks xmlns:a="http://schemas.openxmlformats.org/drawingml/2006/main" noGrp="1"/>
          </p:cNvSpPr>
          <p:nvPr/>
        </p:nvSpPr>
        <p:spPr>
          <a:xfrm xmlns:a="http://schemas.openxmlformats.org/drawingml/2006/main">
            <a:off x="0" y="6705600"/>
            <a:ext cx="12192000" cy="152400"/>
          </a:xfrm>
          <a:prstGeom xmlns:a="http://schemas.openxmlformats.org/drawingml/2006/main" prst="rect">
            <a:avLst/>
          </a:prstGeom>
          <a:solidFill xmlns:a="http://schemas.openxmlformats.org/drawingml/2006/main">
            <a:srgbClr val="18324C"/>
          </a:solidFill>
          <a:ln xmlns:a="http://schemas.openxmlformats.org/drawingml/2006/main" w="0">
            <a:solidFill>
              <a:srgbClr val="18324C"/>
            </a:solidFill>
            <a:prstDash val="solid"/>
          </a:ln>
        </p:spPr>
      </p:sp>
      <p:sp>
        <p:nvSpPr>
          <p:cNvPr id="6" name="footer-label-14">
            <a:extLst xmlns:a="http://schemas.openxmlformats.org/drawingml/2006/main">
              <a:ext uri="{FF2B5EF4-FFF2-40B4-BE49-F238E27FC236}">
                <a16:creationId xmlns:a16="http://schemas.microsoft.com/office/drawing/2014/main" id="{5B9DE630-7B9A-497C-B1E5-20E3FB1F762A}"/>
              </a:ext>
            </a:extLst>
          </p:cNvPr>
          <p:cNvSpPr>
            <a:spLocks xmlns:a="http://schemas.openxmlformats.org/drawingml/2006/main" noGrp="1"/>
          </p:cNvSpPr>
          <p:nvPr/>
        </p:nvSpPr>
        <p:spPr>
          <a:xfrm xmlns:a="http://schemas.openxmlformats.org/drawingml/2006/main">
            <a:off x="685800" y="64293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75" b="0" i="0">
                <a:solidFill>
                  <a:srgbClr val="68747F"/>
                </a:solidFill>
                <a:latin typeface="LiberationSans"/>
                <a:ea typeface="LiberationSans"/>
                <a:cs typeface="LiberationSans"/>
              </a:defRPr>
            </a:pPr>
            <a:r>
              <a:rPr sz="975" b="0" i="0">
                <a:solidFill>
                  <a:srgbClr val="68747F"/>
                </a:solidFill>
                <a:latin typeface="LiberationSans"/>
                <a:ea typeface="LiberationSans"/>
                <a:cs typeface="LiberationSans"/>
              </a:rPr>
              <a:t>ANÁLISIS Y DISEÑO DE SISTEMAS 2</a:t>
            </a:r>
          </a:p>
        </p:txBody>
      </p:sp>
      <p:sp>
        <p:nvSpPr>
          <p:cNvPr id="7" name="footer-number-14">
            <a:extLst xmlns:a="http://schemas.openxmlformats.org/drawingml/2006/main">
              <a:ext uri="{FF2B5EF4-FFF2-40B4-BE49-F238E27FC236}">
                <a16:creationId xmlns:a16="http://schemas.microsoft.com/office/drawing/2014/main" id="{020DD9C8-08EF-41A6-A888-B716D32AF9D6}"/>
              </a:ext>
            </a:extLst>
          </p:cNvPr>
          <p:cNvSpPr>
            <a:spLocks xmlns:a="http://schemas.openxmlformats.org/drawingml/2006/main" noGrp="1"/>
          </p:cNvSpPr>
          <p:nvPr/>
        </p:nvSpPr>
        <p:spPr>
          <a:xfrm xmlns:a="http://schemas.openxmlformats.org/drawingml/2006/main">
            <a:off x="11049000" y="642937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i="0">
                <a:solidFill>
                  <a:srgbClr val="1C3854"/>
                </a:solidFill>
                <a:latin typeface="LiberationSans"/>
                <a:ea typeface="LiberationSans"/>
                <a:cs typeface="LiberationSans"/>
              </a:defRPr>
            </a:pPr>
            <a:r>
              <a:rPr sz="1050" b="1" i="0">
                <a:solidFill>
                  <a:srgbClr val="1C3854"/>
                </a:solidFill>
                <a:latin typeface="LiberationSans"/>
                <a:ea typeface="LiberationSans"/>
                <a:cs typeface="LiberationSans"/>
              </a:rPr>
              <a:t>14</a:t>
            </a:r>
          </a:p>
        </p:txBody>
      </p:sp>
      <p:sp>
        <p:nvSpPr>
          <p:cNvPr id="8" name="security-testing-functional">
            <a:extLst xmlns:a="http://schemas.openxmlformats.org/drawingml/2006/main">
              <a:ext uri="{FF2B5EF4-FFF2-40B4-BE49-F238E27FC236}">
                <a16:creationId xmlns:a16="http://schemas.microsoft.com/office/drawing/2014/main" id="{35BC794C-FD74-4628-B0D3-A50F8918962C}"/>
              </a:ext>
            </a:extLst>
          </p:cNvPr>
          <p:cNvSpPr>
            <a:spLocks xmlns:a="http://schemas.openxmlformats.org/drawingml/2006/main" noGrp="1"/>
          </p:cNvSpPr>
          <p:nvPr/>
        </p:nvSpPr>
        <p:spPr>
          <a:xfrm xmlns:a="http://schemas.openxmlformats.org/drawingml/2006/main">
            <a:off x="685800" y="2152650"/>
            <a:ext cx="4838700" cy="3105150"/>
          </a:xfrm>
          <a:prstGeom xmlns:a="http://schemas.openxmlformats.org/drawingml/2006/main" prst="rect">
            <a:avLst/>
          </a:prstGeom>
          <a:solidFill xmlns:a="http://schemas.openxmlformats.org/drawingml/2006/main">
            <a:srgbClr val="EAF3FA"/>
          </a:solidFill>
          <a:ln xmlns:a="http://schemas.openxmlformats.org/drawingml/2006/main" w="0">
            <a:solidFill>
              <a:srgbClr val="EAF3FA"/>
            </a:solidFill>
            <a:prstDash val="solid"/>
          </a:ln>
        </p:spPr>
      </p:sp>
      <p:sp>
        <p:nvSpPr>
          <p:cNvPr id="9" name="security-testing-functional-title">
            <a:extLst xmlns:a="http://schemas.openxmlformats.org/drawingml/2006/main">
              <a:ext uri="{FF2B5EF4-FFF2-40B4-BE49-F238E27FC236}">
                <a16:creationId xmlns:a16="http://schemas.microsoft.com/office/drawing/2014/main" id="{42F867CC-2D66-4A94-A04E-58F17574F67E}"/>
              </a:ext>
            </a:extLst>
          </p:cNvPr>
          <p:cNvSpPr>
            <a:spLocks xmlns:a="http://schemas.openxmlformats.org/drawingml/2006/main" noGrp="1"/>
          </p:cNvSpPr>
          <p:nvPr/>
        </p:nvSpPr>
        <p:spPr>
          <a:xfrm xmlns:a="http://schemas.openxmlformats.org/drawingml/2006/main">
            <a:off x="990600" y="2457450"/>
            <a:ext cx="4038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C3854"/>
                </a:solidFill>
                <a:latin typeface="LiberationSans"/>
                <a:ea typeface="LiberationSans"/>
                <a:cs typeface="LiberationSans"/>
              </a:defRPr>
            </a:pPr>
            <a:r>
              <a:rPr sz="1875" b="1" i="0">
                <a:solidFill>
                  <a:srgbClr val="1C3854"/>
                </a:solidFill>
                <a:latin typeface="LiberationSans"/>
                <a:ea typeface="LiberationSans"/>
                <a:cs typeface="LiberationSans"/>
              </a:rPr>
              <a:t>Comportamiento permitido</a:t>
            </a:r>
          </a:p>
        </p:txBody>
      </p:sp>
      <p:sp>
        <p:nvSpPr>
          <p:cNvPr id="10" name="security-testing-functional-body">
            <a:extLst xmlns:a="http://schemas.openxmlformats.org/drawingml/2006/main">
              <a:ext uri="{FF2B5EF4-FFF2-40B4-BE49-F238E27FC236}">
                <a16:creationId xmlns:a16="http://schemas.microsoft.com/office/drawing/2014/main" id="{BF877AFE-49FD-4306-9098-9A2C3D1988EC}"/>
              </a:ext>
            </a:extLst>
          </p:cNvPr>
          <p:cNvSpPr>
            <a:spLocks xmlns:a="http://schemas.openxmlformats.org/drawingml/2006/main" noGrp="1"/>
          </p:cNvSpPr>
          <p:nvPr/>
        </p:nvSpPr>
        <p:spPr>
          <a:xfrm xmlns:a="http://schemas.openxmlformats.org/drawingml/2006/main">
            <a:off x="990600" y="3200400"/>
            <a:ext cx="4038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725" b="1" i="0">
                <a:solidFill>
                  <a:srgbClr val="292F35"/>
                </a:solidFill>
                <a:latin typeface="LiberationSans"/>
                <a:ea typeface="LiberationSans"/>
                <a:cs typeface="LiberationSans"/>
              </a:defRPr>
            </a:pPr>
            <a:r>
              <a:rPr sz="1725" b="1" i="0">
                <a:solidFill>
                  <a:srgbClr val="292F35"/>
                </a:solidFill>
                <a:latin typeface="LiberationSans"/>
                <a:ea typeface="LiberationSans"/>
                <a:cs typeface="LiberationSans"/>
              </a:rPr>
              <a:t>Usuario autenticado</a:t>
            </a:r>
          </a:p>
          <a:p xmlns:a="http://schemas.openxmlformats.org/drawingml/2006/main">
            <a:pPr algn="l">
              <a:lnSpc>
                <a:spcPct val="103000"/>
              </a:lnSpc>
              <a:buNone/>
              <a:defRPr sz="1725" b="1" i="0">
                <a:solidFill>
                  <a:srgbClr val="292F35"/>
                </a:solidFill>
                <a:latin typeface="LiberationSans"/>
                <a:ea typeface="LiberationSans"/>
                <a:cs typeface="LiberationSans"/>
              </a:defRPr>
            </a:pPr>
            <a:r>
              <a:rPr sz="1725" b="1" i="0">
                <a:solidFill>
                  <a:srgbClr val="292F35"/>
                </a:solidFill>
                <a:latin typeface="LiberationSans"/>
                <a:ea typeface="LiberationSans"/>
                <a:cs typeface="LiberationSans"/>
              </a:rPr>
              <a:t>consulta sus propias calificaciones</a:t>
            </a:r>
          </a:p>
        </p:txBody>
      </p:sp>
      <p:sp>
        <p:nvSpPr>
          <p:cNvPr id="11" name="security-testing-functional-result">
            <a:extLst xmlns:a="http://schemas.openxmlformats.org/drawingml/2006/main">
              <a:ext uri="{FF2B5EF4-FFF2-40B4-BE49-F238E27FC236}">
                <a16:creationId xmlns:a16="http://schemas.microsoft.com/office/drawing/2014/main" id="{1F070DBB-A12F-43C4-8D8C-7F98B6D8405E}"/>
              </a:ext>
            </a:extLst>
          </p:cNvPr>
          <p:cNvSpPr>
            <a:spLocks xmlns:a="http://schemas.openxmlformats.org/drawingml/2006/main" noGrp="1"/>
          </p:cNvSpPr>
          <p:nvPr/>
        </p:nvSpPr>
        <p:spPr>
          <a:xfrm xmlns:a="http://schemas.openxmlformats.org/drawingml/2006/main">
            <a:off x="990600" y="4419600"/>
            <a:ext cx="4038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i="0">
                <a:solidFill>
                  <a:srgbClr val="1C3854"/>
                </a:solidFill>
                <a:latin typeface="LiberationSans"/>
                <a:ea typeface="LiberationSans"/>
                <a:cs typeface="LiberationSans"/>
              </a:defRPr>
            </a:pPr>
            <a:r>
              <a:rPr sz="1350" b="1" i="0">
                <a:solidFill>
                  <a:srgbClr val="1C3854"/>
                </a:solidFill>
                <a:latin typeface="LiberationSans"/>
                <a:ea typeface="LiberationSans"/>
                <a:cs typeface="LiberationSans"/>
              </a:rPr>
              <a:t>Resultado esperado: acceso correcto</a:t>
            </a:r>
          </a:p>
        </p:txBody>
      </p:sp>
      <p:sp>
        <p:nvSpPr>
          <p:cNvPr id="12" name="security-testing-security">
            <a:extLst xmlns:a="http://schemas.openxmlformats.org/drawingml/2006/main">
              <a:ext uri="{FF2B5EF4-FFF2-40B4-BE49-F238E27FC236}">
                <a16:creationId xmlns:a16="http://schemas.microsoft.com/office/drawing/2014/main" id="{3F3981AA-D737-4DAE-B4A6-3696796EAB22}"/>
              </a:ext>
            </a:extLst>
          </p:cNvPr>
          <p:cNvSpPr>
            <a:spLocks xmlns:a="http://schemas.openxmlformats.org/drawingml/2006/main" noGrp="1"/>
          </p:cNvSpPr>
          <p:nvPr/>
        </p:nvSpPr>
        <p:spPr>
          <a:xfrm xmlns:a="http://schemas.openxmlformats.org/drawingml/2006/main">
            <a:off x="6667500" y="2152650"/>
            <a:ext cx="4838700" cy="3105150"/>
          </a:xfrm>
          <a:prstGeom xmlns:a="http://schemas.openxmlformats.org/drawingml/2006/main" prst="rect">
            <a:avLst/>
          </a:prstGeom>
          <a:solidFill xmlns:a="http://schemas.openxmlformats.org/drawingml/2006/main">
            <a:srgbClr val="FCEBE3"/>
          </a:solidFill>
          <a:ln xmlns:a="http://schemas.openxmlformats.org/drawingml/2006/main" w="0">
            <a:solidFill>
              <a:srgbClr val="FCEBE3"/>
            </a:solidFill>
            <a:prstDash val="solid"/>
          </a:ln>
        </p:spPr>
      </p:sp>
      <p:sp>
        <p:nvSpPr>
          <p:cNvPr id="13" name="security-testing-security-title">
            <a:extLst xmlns:a="http://schemas.openxmlformats.org/drawingml/2006/main">
              <a:ext uri="{FF2B5EF4-FFF2-40B4-BE49-F238E27FC236}">
                <a16:creationId xmlns:a16="http://schemas.microsoft.com/office/drawing/2014/main" id="{E0C54F69-A48A-4B17-BD22-D64E4CF068C5}"/>
              </a:ext>
            </a:extLst>
          </p:cNvPr>
          <p:cNvSpPr>
            <a:spLocks xmlns:a="http://schemas.openxmlformats.org/drawingml/2006/main" noGrp="1"/>
          </p:cNvSpPr>
          <p:nvPr/>
        </p:nvSpPr>
        <p:spPr>
          <a:xfrm xmlns:a="http://schemas.openxmlformats.org/drawingml/2006/main">
            <a:off x="6972300" y="2457450"/>
            <a:ext cx="4229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850"/>
          </a:bodyPr>
          <a:lstStyle xmlns:a="http://schemas.openxmlformats.org/drawingml/2006/main"/>
          <a:p xmlns:a="http://schemas.openxmlformats.org/drawingml/2006/main">
            <a:pPr algn="l">
              <a:lnSpc>
                <a:spcPct val="102000"/>
              </a:lnSpc>
              <a:buNone/>
              <a:defRPr sz="1875" b="1" i="0">
                <a:solidFill>
                  <a:srgbClr val="1C3854"/>
                </a:solidFill>
                <a:latin typeface="LiberationSans"/>
                <a:ea typeface="LiberationSans"/>
                <a:cs typeface="LiberationSans"/>
              </a:defRPr>
            </a:pPr>
            <a:r>
              <a:rPr sz="1875" b="1" i="0">
                <a:solidFill>
                  <a:srgbClr val="1C3854"/>
                </a:solidFill>
                <a:latin typeface="LiberationSans"/>
                <a:ea typeface="LiberationSans"/>
                <a:cs typeface="LiberationSans"/>
              </a:rPr>
              <a:t>Comportamiento que debe rechazarse</a:t>
            </a:r>
          </a:p>
        </p:txBody>
      </p:sp>
      <p:sp>
        <p:nvSpPr>
          <p:cNvPr id="14" name="security-testing-security-body">
            <a:extLst xmlns:a="http://schemas.openxmlformats.org/drawingml/2006/main">
              <a:ext uri="{FF2B5EF4-FFF2-40B4-BE49-F238E27FC236}">
                <a16:creationId xmlns:a16="http://schemas.microsoft.com/office/drawing/2014/main" id="{B870E389-530A-4674-BA83-7AAC64217C7D}"/>
              </a:ext>
            </a:extLst>
          </p:cNvPr>
          <p:cNvSpPr>
            <a:spLocks xmlns:a="http://schemas.openxmlformats.org/drawingml/2006/main" noGrp="1"/>
          </p:cNvSpPr>
          <p:nvPr/>
        </p:nvSpPr>
        <p:spPr>
          <a:xfrm xmlns:a="http://schemas.openxmlformats.org/drawingml/2006/main">
            <a:off x="6972300" y="3200400"/>
            <a:ext cx="4229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725" b="1" i="0">
                <a:solidFill>
                  <a:srgbClr val="292F35"/>
                </a:solidFill>
                <a:latin typeface="LiberationSans"/>
                <a:ea typeface="LiberationSans"/>
                <a:cs typeface="LiberationSans"/>
              </a:defRPr>
            </a:pPr>
            <a:r>
              <a:rPr sz="1725" b="1" i="0">
                <a:solidFill>
                  <a:srgbClr val="292F35"/>
                </a:solidFill>
                <a:latin typeface="LiberationSans"/>
                <a:ea typeface="LiberationSans"/>
                <a:cs typeface="LiberationSans"/>
              </a:rPr>
              <a:t>Usuario A</a:t>
            </a:r>
          </a:p>
          <a:p xmlns:a="http://schemas.openxmlformats.org/drawingml/2006/main">
            <a:pPr algn="l">
              <a:lnSpc>
                <a:spcPct val="103000"/>
              </a:lnSpc>
              <a:buNone/>
              <a:defRPr sz="1725" b="1" i="0">
                <a:solidFill>
                  <a:srgbClr val="292F35"/>
                </a:solidFill>
                <a:latin typeface="LiberationSans"/>
                <a:ea typeface="LiberationSans"/>
                <a:cs typeface="LiberationSans"/>
              </a:defRPr>
            </a:pPr>
            <a:r>
              <a:rPr sz="1725" b="1" i="0">
                <a:solidFill>
                  <a:srgbClr val="292F35"/>
                </a:solidFill>
                <a:latin typeface="LiberationSans"/>
                <a:ea typeface="LiberationSans"/>
                <a:cs typeface="LiberationSans"/>
              </a:rPr>
              <a:t>solicita las calificaciones de B</a:t>
            </a:r>
          </a:p>
        </p:txBody>
      </p:sp>
      <p:sp>
        <p:nvSpPr>
          <p:cNvPr id="15" name="security-testing-security-result">
            <a:extLst xmlns:a="http://schemas.openxmlformats.org/drawingml/2006/main">
              <a:ext uri="{FF2B5EF4-FFF2-40B4-BE49-F238E27FC236}">
                <a16:creationId xmlns:a16="http://schemas.microsoft.com/office/drawing/2014/main" id="{8D9302F3-8A5A-44EA-925D-4EB987C0A28C}"/>
              </a:ext>
            </a:extLst>
          </p:cNvPr>
          <p:cNvSpPr>
            <a:spLocks xmlns:a="http://schemas.openxmlformats.org/drawingml/2006/main" noGrp="1"/>
          </p:cNvSpPr>
          <p:nvPr/>
        </p:nvSpPr>
        <p:spPr>
          <a:xfrm xmlns:a="http://schemas.openxmlformats.org/drawingml/2006/main">
            <a:off x="6972300" y="4419600"/>
            <a:ext cx="422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350" b="1" i="0">
                <a:solidFill>
                  <a:srgbClr val="F27732"/>
                </a:solidFill>
                <a:latin typeface="LiberationSans"/>
                <a:ea typeface="LiberationSans"/>
                <a:cs typeface="LiberationSans"/>
              </a:defRPr>
            </a:pPr>
            <a:r>
              <a:rPr sz="1350" b="1" i="0">
                <a:solidFill>
                  <a:srgbClr val="F27732"/>
                </a:solidFill>
                <a:latin typeface="LiberationSans"/>
                <a:ea typeface="LiberationSans"/>
                <a:cs typeface="LiberationSans"/>
              </a:rPr>
              <a:t>Resultado esperado: rechazo sin filtrar datos</a:t>
            </a:r>
          </a:p>
        </p:txBody>
      </p:sp>
      <p:sp>
        <p:nvSpPr>
          <p:cNvPr id="16" name="security-testing-footer">
            <a:extLst xmlns:a="http://schemas.openxmlformats.org/drawingml/2006/main">
              <a:ext uri="{FF2B5EF4-FFF2-40B4-BE49-F238E27FC236}">
                <a16:creationId xmlns:a16="http://schemas.microsoft.com/office/drawing/2014/main" id="{6BBA0EF6-05C3-473A-9A8D-43DB58A1198E}"/>
              </a:ext>
            </a:extLst>
          </p:cNvPr>
          <p:cNvSpPr>
            <a:spLocks xmlns:a="http://schemas.openxmlformats.org/drawingml/2006/main" noGrp="1"/>
          </p:cNvSpPr>
          <p:nvPr/>
        </p:nvSpPr>
        <p:spPr>
          <a:xfrm xmlns:a="http://schemas.openxmlformats.org/drawingml/2006/main">
            <a:off x="685800" y="5562600"/>
            <a:ext cx="10820400" cy="419100"/>
          </a:xfrm>
          <a:prstGeom xmlns:a="http://schemas.openxmlformats.org/drawingml/2006/main" prst="rect">
            <a:avLst/>
          </a:prstGeom>
          <a:solidFill xmlns:a="http://schemas.openxmlformats.org/drawingml/2006/main">
            <a:srgbClr val="18324C"/>
          </a:solidFill>
          <a:ln xmlns:a="http://schemas.openxmlformats.org/drawingml/2006/main" w="0">
            <a:solidFill>
              <a:srgbClr val="18324C"/>
            </a:solidFill>
            <a:prstDash val="solid"/>
          </a:ln>
        </p:spPr>
      </p:sp>
      <p:sp>
        <p:nvSpPr>
          <p:cNvPr id="17" name="security-testing-footer-text">
            <a:extLst xmlns:a="http://schemas.openxmlformats.org/drawingml/2006/main">
              <a:ext uri="{FF2B5EF4-FFF2-40B4-BE49-F238E27FC236}">
                <a16:creationId xmlns:a16="http://schemas.microsoft.com/office/drawing/2014/main" id="{A735904D-5118-4B69-AE9D-4B8EF1FD1BFC}"/>
              </a:ext>
            </a:extLst>
          </p:cNvPr>
          <p:cNvSpPr>
            <a:spLocks xmlns:a="http://schemas.openxmlformats.org/drawingml/2006/main" noGrp="1"/>
          </p:cNvSpPr>
          <p:nvPr/>
        </p:nvSpPr>
        <p:spPr>
          <a:xfrm xmlns:a="http://schemas.openxmlformats.org/drawingml/2006/main">
            <a:off x="895350" y="5695950"/>
            <a:ext cx="1038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77"/>
          </a:bodyPr>
          <a:lstStyle xmlns:a="http://schemas.openxmlformats.org/drawingml/2006/main"/>
          <a:p xmlns:a="http://schemas.openxmlformats.org/drawingml/2006/main">
            <a:pPr algn="ctr">
              <a:lnSpc>
                <a:spcPct val="108000"/>
              </a:lnSpc>
              <a:buNone/>
              <a:defRPr sz="1275" b="1" i="0">
                <a:solidFill>
                  <a:srgbClr val="FFFFFF"/>
                </a:solidFill>
                <a:latin typeface="LiberationSans"/>
                <a:ea typeface="LiberationSans"/>
                <a:cs typeface="LiberationSans"/>
              </a:defRPr>
            </a:pPr>
            <a:r>
              <a:rPr sz="1275" b="1" i="0">
                <a:solidFill>
                  <a:srgbClr val="FFFFFF"/>
                </a:solidFill>
                <a:latin typeface="LiberationSans"/>
                <a:ea typeface="LiberationSans"/>
                <a:cs typeface="LiberationSans"/>
              </a:rPr>
              <a:t>Áreas frecuentes: autenticación · autorización · entradas · sesiones · dependencias · configuración</a:t>
            </a:r>
          </a:p>
        </p:txBody>
      </p:sp>
    </p:spTree>
    <p:extLst>
      <p:ext uri="{BB962C8B-B14F-4D97-AF65-F5344CB8AC3E}">
        <p14:creationId xmlns:p14="http://schemas.microsoft.com/office/powerpoint/2010/main" val="549604852"/>
      </p:ext>
    </p:extLst>
  </p:cSld>
</p:sld>
</file>

<file path=ppt/slides/slide1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30" name="security-test-design-kicker">
            <a:extLst xmlns:a="http://schemas.openxmlformats.org/drawingml/2006/main">
              <a:ext uri="{FF2B5EF4-FFF2-40B4-BE49-F238E27FC236}">
                <a16:creationId xmlns:a16="http://schemas.microsoft.com/office/drawing/2014/main" id="{BB4C3B70-CD77-45F1-AACD-03C5D2132F84}"/>
              </a:ext>
            </a:extLst>
          </p:cNvPr>
          <p:cNvSpPr>
            <a:spLocks xmlns:a="http://schemas.openxmlformats.org/drawingml/2006/main" noGrp="1"/>
          </p:cNvSpPr>
          <p:nvPr/>
        </p:nvSpPr>
        <p:spPr>
          <a:xfrm xmlns:a="http://schemas.openxmlformats.org/drawingml/2006/main">
            <a:off x="685800" y="4000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i="0">
                <a:solidFill>
                  <a:srgbClr val="C99B2E"/>
                </a:solidFill>
                <a:latin typeface="LiberationSans"/>
                <a:ea typeface="LiberationSans"/>
                <a:cs typeface="LiberationSans"/>
              </a:defRPr>
            </a:pPr>
            <a:r>
              <a:rPr sz="1125" b="1" i="0">
                <a:solidFill>
                  <a:srgbClr val="C99B2E"/>
                </a:solidFill>
                <a:latin typeface="LiberationSans"/>
                <a:ea typeface="LiberationSans"/>
                <a:cs typeface="LiberationSans"/>
              </a:rPr>
              <a:t>DISEÑO DE LA PRUEBA</a:t>
            </a:r>
          </a:p>
        </p:txBody>
      </p:sp>
      <p:sp>
        <p:nvSpPr>
          <p:cNvPr id="2" name="security-test-design-title">
            <a:extLst xmlns:a="http://schemas.openxmlformats.org/drawingml/2006/main">
              <a:ext uri="{FF2B5EF4-FFF2-40B4-BE49-F238E27FC236}">
                <a16:creationId xmlns:a16="http://schemas.microsoft.com/office/drawing/2014/main" id="{12126866-FB53-4DF0-884B-1F32ABBF1E0F}"/>
              </a:ext>
            </a:extLst>
          </p:cNvPr>
          <p:cNvSpPr>
            <a:spLocks xmlns:a="http://schemas.openxmlformats.org/drawingml/2006/main" noGrp="1"/>
          </p:cNvSpPr>
          <p:nvPr/>
        </p:nvSpPr>
        <p:spPr>
          <a:xfrm xmlns:a="http://schemas.openxmlformats.org/drawingml/2006/main">
            <a:off x="685800" y="685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150" b="1" i="0">
                <a:solidFill>
                  <a:srgbClr val="1C3854"/>
                </a:solidFill>
                <a:latin typeface="LiberationSans"/>
                <a:ea typeface="LiberationSans"/>
                <a:cs typeface="LiberationSans"/>
              </a:defRPr>
            </a:pPr>
            <a:r>
              <a:rPr sz="3150" b="1" i="0">
                <a:solidFill>
                  <a:srgbClr val="1C3854"/>
                </a:solidFill>
                <a:latin typeface="LiberationSans"/>
                <a:ea typeface="LiberationSans"/>
                <a:cs typeface="LiberationSans"/>
              </a:rPr>
              <a:t>De la amenaza a un criterio verificable</a:t>
            </a:r>
          </a:p>
        </p:txBody>
      </p:sp>
      <p:sp>
        <p:nvSpPr>
          <p:cNvPr id="3" name="security-test-design-rule">
            <a:extLst xmlns:a="http://schemas.openxmlformats.org/drawingml/2006/main">
              <a:ext uri="{FF2B5EF4-FFF2-40B4-BE49-F238E27FC236}">
                <a16:creationId xmlns:a16="http://schemas.microsoft.com/office/drawing/2014/main" id="{E66E32A8-B352-4937-A30B-E22CCED8A517}"/>
              </a:ext>
            </a:extLst>
          </p:cNvPr>
          <p:cNvSpPr>
            <a:spLocks xmlns:a="http://schemas.openxmlformats.org/drawingml/2006/main" noGrp="1"/>
          </p:cNvSpPr>
          <p:nvPr/>
        </p:nvSpPr>
        <p:spPr>
          <a:xfrm xmlns:a="http://schemas.openxmlformats.org/drawingml/2006/main">
            <a:off x="685800" y="1323975"/>
            <a:ext cx="1104900" cy="47625"/>
          </a:xfrm>
          <a:prstGeom xmlns:a="http://schemas.openxmlformats.org/drawingml/2006/main" prst="rect">
            <a:avLst/>
          </a:prstGeom>
          <a:solidFill xmlns:a="http://schemas.openxmlformats.org/drawingml/2006/main">
            <a:srgbClr val="C99B2E"/>
          </a:solidFill>
          <a:ln xmlns:a="http://schemas.openxmlformats.org/drawingml/2006/main" w="0">
            <a:solidFill>
              <a:srgbClr val="C99B2E"/>
            </a:solidFill>
            <a:prstDash val="solid"/>
          </a:ln>
        </p:spPr>
      </p:sp>
      <p:sp>
        <p:nvSpPr>
          <p:cNvPr id="4" name="security-test-design-subtitle">
            <a:extLst xmlns:a="http://schemas.openxmlformats.org/drawingml/2006/main">
              <a:ext uri="{FF2B5EF4-FFF2-40B4-BE49-F238E27FC236}">
                <a16:creationId xmlns:a16="http://schemas.microsoft.com/office/drawing/2014/main" id="{98C4E18A-3EC5-4418-8426-904A43CFC2DB}"/>
              </a:ext>
            </a:extLst>
          </p:cNvPr>
          <p:cNvSpPr>
            <a:spLocks xmlns:a="http://schemas.openxmlformats.org/drawingml/2006/main" noGrp="1"/>
          </p:cNvSpPr>
          <p:nvPr/>
        </p:nvSpPr>
        <p:spPr>
          <a:xfrm xmlns:a="http://schemas.openxmlformats.org/drawingml/2006/main">
            <a:off x="685800" y="15049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68747F"/>
                </a:solidFill>
                <a:latin typeface="LiberationSans"/>
                <a:ea typeface="LiberationSans"/>
                <a:cs typeface="LiberationSans"/>
              </a:defRPr>
            </a:pPr>
            <a:r>
              <a:rPr sz="1500" b="0" i="0">
                <a:solidFill>
                  <a:srgbClr val="68747F"/>
                </a:solidFill>
                <a:latin typeface="LiberationSans"/>
                <a:ea typeface="LiberationSans"/>
                <a:cs typeface="LiberationSans"/>
              </a:rPr>
              <a:t>Una amenaza se vuelve accionable cuando describe una condición, una acción y la evidencia esperada.</a:t>
            </a:r>
          </a:p>
        </p:txBody>
      </p:sp>
      <p:sp>
        <p:nvSpPr>
          <p:cNvPr id="5" name="footer-band-15">
            <a:extLst xmlns:a="http://schemas.openxmlformats.org/drawingml/2006/main">
              <a:ext uri="{FF2B5EF4-FFF2-40B4-BE49-F238E27FC236}">
                <a16:creationId xmlns:a16="http://schemas.microsoft.com/office/drawing/2014/main" id="{C79D4DFA-3DBD-4132-89DC-E140FC855B3E}"/>
              </a:ext>
            </a:extLst>
          </p:cNvPr>
          <p:cNvSpPr>
            <a:spLocks xmlns:a="http://schemas.openxmlformats.org/drawingml/2006/main" noGrp="1"/>
          </p:cNvSpPr>
          <p:nvPr/>
        </p:nvSpPr>
        <p:spPr>
          <a:xfrm xmlns:a="http://schemas.openxmlformats.org/drawingml/2006/main">
            <a:off x="0" y="6705600"/>
            <a:ext cx="12192000" cy="152400"/>
          </a:xfrm>
          <a:prstGeom xmlns:a="http://schemas.openxmlformats.org/drawingml/2006/main" prst="rect">
            <a:avLst/>
          </a:prstGeom>
          <a:solidFill xmlns:a="http://schemas.openxmlformats.org/drawingml/2006/main">
            <a:srgbClr val="18324C"/>
          </a:solidFill>
          <a:ln xmlns:a="http://schemas.openxmlformats.org/drawingml/2006/main" w="0">
            <a:solidFill>
              <a:srgbClr val="18324C"/>
            </a:solidFill>
            <a:prstDash val="solid"/>
          </a:ln>
        </p:spPr>
      </p:sp>
      <p:sp>
        <p:nvSpPr>
          <p:cNvPr id="6" name="footer-label-15">
            <a:extLst xmlns:a="http://schemas.openxmlformats.org/drawingml/2006/main">
              <a:ext uri="{FF2B5EF4-FFF2-40B4-BE49-F238E27FC236}">
                <a16:creationId xmlns:a16="http://schemas.microsoft.com/office/drawing/2014/main" id="{9EC1C558-4C9B-4712-B690-D31D415DED9F}"/>
              </a:ext>
            </a:extLst>
          </p:cNvPr>
          <p:cNvSpPr>
            <a:spLocks xmlns:a="http://schemas.openxmlformats.org/drawingml/2006/main" noGrp="1"/>
          </p:cNvSpPr>
          <p:nvPr/>
        </p:nvSpPr>
        <p:spPr>
          <a:xfrm xmlns:a="http://schemas.openxmlformats.org/drawingml/2006/main">
            <a:off x="685800" y="64293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75" b="0" i="0">
                <a:solidFill>
                  <a:srgbClr val="68747F"/>
                </a:solidFill>
                <a:latin typeface="LiberationSans"/>
                <a:ea typeface="LiberationSans"/>
                <a:cs typeface="LiberationSans"/>
              </a:defRPr>
            </a:pPr>
            <a:r>
              <a:rPr sz="975" b="0" i="0">
                <a:solidFill>
                  <a:srgbClr val="68747F"/>
                </a:solidFill>
                <a:latin typeface="LiberationSans"/>
                <a:ea typeface="LiberationSans"/>
                <a:cs typeface="LiberationSans"/>
              </a:rPr>
              <a:t>ANÁLISIS Y DISEÑO DE SISTEMAS 2</a:t>
            </a:r>
          </a:p>
        </p:txBody>
      </p:sp>
      <p:sp>
        <p:nvSpPr>
          <p:cNvPr id="7" name="footer-number-15">
            <a:extLst xmlns:a="http://schemas.openxmlformats.org/drawingml/2006/main">
              <a:ext uri="{FF2B5EF4-FFF2-40B4-BE49-F238E27FC236}">
                <a16:creationId xmlns:a16="http://schemas.microsoft.com/office/drawing/2014/main" id="{ADAACD50-E21E-4D57-A2BC-CF3BCFB9D3CF}"/>
              </a:ext>
            </a:extLst>
          </p:cNvPr>
          <p:cNvSpPr>
            <a:spLocks xmlns:a="http://schemas.openxmlformats.org/drawingml/2006/main" noGrp="1"/>
          </p:cNvSpPr>
          <p:nvPr/>
        </p:nvSpPr>
        <p:spPr>
          <a:xfrm xmlns:a="http://schemas.openxmlformats.org/drawingml/2006/main">
            <a:off x="11049000" y="642937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i="0">
                <a:solidFill>
                  <a:srgbClr val="1C3854"/>
                </a:solidFill>
                <a:latin typeface="LiberationSans"/>
                <a:ea typeface="LiberationSans"/>
                <a:cs typeface="LiberationSans"/>
              </a:defRPr>
            </a:pPr>
            <a:r>
              <a:rPr sz="1050" b="1" i="0">
                <a:solidFill>
                  <a:srgbClr val="1C3854"/>
                </a:solidFill>
                <a:latin typeface="LiberationSans"/>
                <a:ea typeface="LiberationSans"/>
                <a:cs typeface="LiberationSans"/>
              </a:rPr>
              <a:t>15</a:t>
            </a:r>
          </a:p>
        </p:txBody>
      </p:sp>
      <p:sp>
        <p:nvSpPr>
          <p:cNvPr id="8" name="security-test-box-0">
            <a:extLst xmlns:a="http://schemas.openxmlformats.org/drawingml/2006/main">
              <a:ext uri="{FF2B5EF4-FFF2-40B4-BE49-F238E27FC236}">
                <a16:creationId xmlns:a16="http://schemas.microsoft.com/office/drawing/2014/main" id="{3E0D516D-B892-4BC2-AD87-F643C9EAE907}"/>
              </a:ext>
            </a:extLst>
          </p:cNvPr>
          <p:cNvSpPr>
            <a:spLocks xmlns:a="http://schemas.openxmlformats.org/drawingml/2006/main" noGrp="1"/>
          </p:cNvSpPr>
          <p:nvPr/>
        </p:nvSpPr>
        <p:spPr>
          <a:xfrm xmlns:a="http://schemas.openxmlformats.org/drawingml/2006/main">
            <a:off x="685800" y="2514600"/>
            <a:ext cx="2457450" cy="1981200"/>
          </a:xfrm>
          <a:prstGeom xmlns:a="http://schemas.openxmlformats.org/drawingml/2006/main" prst="rect">
            <a:avLst/>
          </a:prstGeom>
          <a:solidFill xmlns:a="http://schemas.openxmlformats.org/drawingml/2006/main">
            <a:srgbClr val="EAF3FA"/>
          </a:solidFill>
          <a:ln xmlns:a="http://schemas.openxmlformats.org/drawingml/2006/main" w="0">
            <a:solidFill>
              <a:srgbClr val="EAF3FA"/>
            </a:solidFill>
            <a:prstDash val="solid"/>
          </a:ln>
        </p:spPr>
      </p:sp>
      <p:sp>
        <p:nvSpPr>
          <p:cNvPr id="9" name="security-test-number-0">
            <a:extLst xmlns:a="http://schemas.openxmlformats.org/drawingml/2006/main">
              <a:ext uri="{FF2B5EF4-FFF2-40B4-BE49-F238E27FC236}">
                <a16:creationId xmlns:a16="http://schemas.microsoft.com/office/drawing/2014/main" id="{37ACA406-E588-4551-9236-644CC3F572FB}"/>
              </a:ext>
            </a:extLst>
          </p:cNvPr>
          <p:cNvSpPr>
            <a:spLocks xmlns:a="http://schemas.openxmlformats.org/drawingml/2006/main" noGrp="1"/>
          </p:cNvSpPr>
          <p:nvPr/>
        </p:nvSpPr>
        <p:spPr>
          <a:xfrm xmlns:a="http://schemas.openxmlformats.org/drawingml/2006/main">
            <a:off x="876300" y="2743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F27732"/>
                </a:solidFill>
                <a:latin typeface="LiberationSans"/>
                <a:ea typeface="LiberationSans"/>
                <a:cs typeface="LiberationSans"/>
              </a:defRPr>
            </a:pPr>
            <a:r>
              <a:rPr sz="1275" b="1" i="0">
                <a:solidFill>
                  <a:srgbClr val="F27732"/>
                </a:solidFill>
                <a:latin typeface="LiberationSans"/>
                <a:ea typeface="LiberationSans"/>
                <a:cs typeface="LiberationSans"/>
              </a:rPr>
              <a:t>01</a:t>
            </a:r>
          </a:p>
        </p:txBody>
      </p:sp>
      <p:sp>
        <p:nvSpPr>
          <p:cNvPr id="10" name="security-test-title-0">
            <a:extLst xmlns:a="http://schemas.openxmlformats.org/drawingml/2006/main">
              <a:ext uri="{FF2B5EF4-FFF2-40B4-BE49-F238E27FC236}">
                <a16:creationId xmlns:a16="http://schemas.microsoft.com/office/drawing/2014/main" id="{AA5EA446-782D-4C69-965C-6C972E57F19C}"/>
              </a:ext>
            </a:extLst>
          </p:cNvPr>
          <p:cNvSpPr>
            <a:spLocks xmlns:a="http://schemas.openxmlformats.org/drawingml/2006/main" noGrp="1"/>
          </p:cNvSpPr>
          <p:nvPr/>
        </p:nvSpPr>
        <p:spPr>
          <a:xfrm xmlns:a="http://schemas.openxmlformats.org/drawingml/2006/main">
            <a:off x="876300" y="3162300"/>
            <a:ext cx="2076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i="0">
                <a:solidFill>
                  <a:srgbClr val="1C3854"/>
                </a:solidFill>
                <a:latin typeface="LiberationSans"/>
                <a:ea typeface="LiberationSans"/>
                <a:cs typeface="LiberationSans"/>
              </a:defRPr>
            </a:pPr>
            <a:r>
              <a:rPr sz="1725" b="1" i="0">
                <a:solidFill>
                  <a:srgbClr val="1C3854"/>
                </a:solidFill>
                <a:latin typeface="LiberationSans"/>
                <a:ea typeface="LiberationSans"/>
                <a:cs typeface="LiberationSans"/>
              </a:rPr>
              <a:t>Contexto</a:t>
            </a:r>
          </a:p>
        </p:txBody>
      </p:sp>
      <p:sp>
        <p:nvSpPr>
          <p:cNvPr id="11" name="security-test-body-0">
            <a:extLst xmlns:a="http://schemas.openxmlformats.org/drawingml/2006/main">
              <a:ext uri="{FF2B5EF4-FFF2-40B4-BE49-F238E27FC236}">
                <a16:creationId xmlns:a16="http://schemas.microsoft.com/office/drawing/2014/main" id="{2B57E7D6-77DB-4C0A-9112-27155DE18566}"/>
              </a:ext>
            </a:extLst>
          </p:cNvPr>
          <p:cNvSpPr>
            <a:spLocks xmlns:a="http://schemas.openxmlformats.org/drawingml/2006/main" noGrp="1"/>
          </p:cNvSpPr>
          <p:nvPr/>
        </p:nvSpPr>
        <p:spPr>
          <a:xfrm xmlns:a="http://schemas.openxmlformats.org/drawingml/2006/main">
            <a:off x="876300" y="3733800"/>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371"/>
          </a:bodyPr>
          <a:lstStyle xmlns:a="http://schemas.openxmlformats.org/drawingml/2006/main"/>
          <a:p xmlns:a="http://schemas.openxmlformats.org/drawingml/2006/main">
            <a:pPr algn="ctr">
              <a:lnSpc>
                <a:spcPct val="102000"/>
              </a:lnSpc>
              <a:buNone/>
              <a:defRPr sz="1575" b="1" i="0">
                <a:solidFill>
                  <a:srgbClr val="1C3854"/>
                </a:solidFill>
                <a:latin typeface="LiberationSans"/>
                <a:ea typeface="LiberationSans"/>
                <a:cs typeface="LiberationSans"/>
              </a:defRPr>
            </a:pPr>
            <a:r>
              <a:rPr sz="1575" b="1" i="0">
                <a:solidFill>
                  <a:srgbClr val="1C3854"/>
                </a:solidFill>
                <a:latin typeface="LiberationSans"/>
                <a:ea typeface="LiberationSans"/>
                <a:cs typeface="LiberationSans"/>
              </a:rPr>
              <a:t>Usuario A</a:t>
            </a:r>
          </a:p>
          <a:p xmlns:a="http://schemas.openxmlformats.org/drawingml/2006/main">
            <a:pPr algn="ctr">
              <a:lnSpc>
                <a:spcPct val="102000"/>
              </a:lnSpc>
              <a:buNone/>
              <a:defRPr sz="1575" b="1" i="0">
                <a:solidFill>
                  <a:srgbClr val="1C3854"/>
                </a:solidFill>
                <a:latin typeface="LiberationSans"/>
                <a:ea typeface="LiberationSans"/>
                <a:cs typeface="LiberationSans"/>
              </a:defRPr>
            </a:pPr>
            <a:r>
              <a:rPr sz="1575" b="1" i="0">
                <a:solidFill>
                  <a:srgbClr val="1C3854"/>
                </a:solidFill>
                <a:latin typeface="LiberationSans"/>
                <a:ea typeface="LiberationSans"/>
                <a:cs typeface="LiberationSans"/>
              </a:rPr>
              <a:t>con sesión activa</a:t>
            </a:r>
          </a:p>
        </p:txBody>
      </p:sp>
      <p:sp>
        <p:nvSpPr>
          <p:cNvPr id="12" name="security-test-line-0">
            <a:extLst xmlns:a="http://schemas.openxmlformats.org/drawingml/2006/main">
              <a:ext uri="{FF2B5EF4-FFF2-40B4-BE49-F238E27FC236}">
                <a16:creationId xmlns:a16="http://schemas.microsoft.com/office/drawing/2014/main" id="{5049442D-CA74-40FC-BF6D-15441235EA91}"/>
              </a:ext>
            </a:extLst>
          </p:cNvPr>
          <p:cNvSpPr>
            <a:spLocks xmlns:a="http://schemas.openxmlformats.org/drawingml/2006/main" noGrp="1"/>
          </p:cNvSpPr>
          <p:nvPr/>
        </p:nvSpPr>
        <p:spPr>
          <a:xfrm xmlns:a="http://schemas.openxmlformats.org/drawingml/2006/main">
            <a:off x="3143250" y="3505200"/>
            <a:ext cx="266700" cy="0"/>
          </a:xfrm>
          <a:prstGeom xmlns:a="http://schemas.openxmlformats.org/drawingml/2006/main" prst="line">
            <a:avLst/>
          </a:prstGeom>
          <a:noFill xmlns:a="http://schemas.openxmlformats.org/drawingml/2006/main"/>
          <a:ln xmlns:a="http://schemas.openxmlformats.org/drawingml/2006/main" w="28575">
            <a:solidFill>
              <a:srgbClr val="C99B2E"/>
            </a:solidFill>
            <a:prstDash val="solid"/>
          </a:ln>
        </p:spPr>
      </p:sp>
      <p:sp>
        <p:nvSpPr>
          <p:cNvPr id="13" name="security-test-box-1">
            <a:extLst xmlns:a="http://schemas.openxmlformats.org/drawingml/2006/main">
              <a:ext uri="{FF2B5EF4-FFF2-40B4-BE49-F238E27FC236}">
                <a16:creationId xmlns:a16="http://schemas.microsoft.com/office/drawing/2014/main" id="{F11C4FD1-40AC-4F75-A4F4-17A8A41180A1}"/>
              </a:ext>
            </a:extLst>
          </p:cNvPr>
          <p:cNvSpPr>
            <a:spLocks xmlns:a="http://schemas.openxmlformats.org/drawingml/2006/main" noGrp="1"/>
          </p:cNvSpPr>
          <p:nvPr/>
        </p:nvSpPr>
        <p:spPr>
          <a:xfrm xmlns:a="http://schemas.openxmlformats.org/drawingml/2006/main">
            <a:off x="3409950" y="2514600"/>
            <a:ext cx="2457450" cy="1981200"/>
          </a:xfrm>
          <a:prstGeom xmlns:a="http://schemas.openxmlformats.org/drawingml/2006/main" prst="rect">
            <a:avLst/>
          </a:prstGeom>
          <a:solidFill xmlns:a="http://schemas.openxmlformats.org/drawingml/2006/main">
            <a:srgbClr val="F8F1E2"/>
          </a:solidFill>
          <a:ln xmlns:a="http://schemas.openxmlformats.org/drawingml/2006/main" w="0">
            <a:solidFill>
              <a:srgbClr val="F8F1E2"/>
            </a:solidFill>
            <a:prstDash val="solid"/>
          </a:ln>
        </p:spPr>
      </p:sp>
      <p:sp>
        <p:nvSpPr>
          <p:cNvPr id="14" name="security-test-number-1">
            <a:extLst xmlns:a="http://schemas.openxmlformats.org/drawingml/2006/main">
              <a:ext uri="{FF2B5EF4-FFF2-40B4-BE49-F238E27FC236}">
                <a16:creationId xmlns:a16="http://schemas.microsoft.com/office/drawing/2014/main" id="{59449BCC-0DA2-4876-9798-C8AD83CC767E}"/>
              </a:ext>
            </a:extLst>
          </p:cNvPr>
          <p:cNvSpPr>
            <a:spLocks xmlns:a="http://schemas.openxmlformats.org/drawingml/2006/main" noGrp="1"/>
          </p:cNvSpPr>
          <p:nvPr/>
        </p:nvSpPr>
        <p:spPr>
          <a:xfrm xmlns:a="http://schemas.openxmlformats.org/drawingml/2006/main">
            <a:off x="3600450" y="2743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F27732"/>
                </a:solidFill>
                <a:latin typeface="LiberationSans"/>
                <a:ea typeface="LiberationSans"/>
                <a:cs typeface="LiberationSans"/>
              </a:defRPr>
            </a:pPr>
            <a:r>
              <a:rPr sz="1275" b="1" i="0">
                <a:solidFill>
                  <a:srgbClr val="F27732"/>
                </a:solidFill>
                <a:latin typeface="LiberationSans"/>
                <a:ea typeface="LiberationSans"/>
                <a:cs typeface="LiberationSans"/>
              </a:rPr>
              <a:t>02</a:t>
            </a:r>
          </a:p>
        </p:txBody>
      </p:sp>
      <p:sp>
        <p:nvSpPr>
          <p:cNvPr id="15" name="security-test-title-1">
            <a:extLst xmlns:a="http://schemas.openxmlformats.org/drawingml/2006/main">
              <a:ext uri="{FF2B5EF4-FFF2-40B4-BE49-F238E27FC236}">
                <a16:creationId xmlns:a16="http://schemas.microsoft.com/office/drawing/2014/main" id="{1F510631-C243-4170-9DA4-5072DA075456}"/>
              </a:ext>
            </a:extLst>
          </p:cNvPr>
          <p:cNvSpPr>
            <a:spLocks xmlns:a="http://schemas.openxmlformats.org/drawingml/2006/main" noGrp="1"/>
          </p:cNvSpPr>
          <p:nvPr/>
        </p:nvSpPr>
        <p:spPr>
          <a:xfrm xmlns:a="http://schemas.openxmlformats.org/drawingml/2006/main">
            <a:off x="3600450" y="3162300"/>
            <a:ext cx="2076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i="0">
                <a:solidFill>
                  <a:srgbClr val="1C3854"/>
                </a:solidFill>
                <a:latin typeface="LiberationSans"/>
                <a:ea typeface="LiberationSans"/>
                <a:cs typeface="LiberationSans"/>
              </a:defRPr>
            </a:pPr>
            <a:r>
              <a:rPr sz="1725" b="1" i="0">
                <a:solidFill>
                  <a:srgbClr val="1C3854"/>
                </a:solidFill>
                <a:latin typeface="LiberationSans"/>
                <a:ea typeface="LiberationSans"/>
                <a:cs typeface="LiberationSans"/>
              </a:rPr>
              <a:t>Acción</a:t>
            </a:r>
          </a:p>
        </p:txBody>
      </p:sp>
      <p:sp>
        <p:nvSpPr>
          <p:cNvPr id="16" name="security-test-body-1">
            <a:extLst xmlns:a="http://schemas.openxmlformats.org/drawingml/2006/main">
              <a:ext uri="{FF2B5EF4-FFF2-40B4-BE49-F238E27FC236}">
                <a16:creationId xmlns:a16="http://schemas.microsoft.com/office/drawing/2014/main" id="{02943ED0-A719-4521-8FD8-0C933CD24E69}"/>
              </a:ext>
            </a:extLst>
          </p:cNvPr>
          <p:cNvSpPr>
            <a:spLocks xmlns:a="http://schemas.openxmlformats.org/drawingml/2006/main" noGrp="1"/>
          </p:cNvSpPr>
          <p:nvPr/>
        </p:nvSpPr>
        <p:spPr>
          <a:xfrm xmlns:a="http://schemas.openxmlformats.org/drawingml/2006/main">
            <a:off x="3600450" y="3733800"/>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371"/>
          </a:bodyPr>
          <a:lstStyle xmlns:a="http://schemas.openxmlformats.org/drawingml/2006/main"/>
          <a:p xmlns:a="http://schemas.openxmlformats.org/drawingml/2006/main">
            <a:pPr algn="ctr">
              <a:lnSpc>
                <a:spcPct val="102000"/>
              </a:lnSpc>
              <a:buNone/>
              <a:defRPr sz="1575" b="1" i="0">
                <a:solidFill>
                  <a:srgbClr val="1C3854"/>
                </a:solidFill>
                <a:latin typeface="LiberationSans"/>
                <a:ea typeface="LiberationSans"/>
                <a:cs typeface="LiberationSans"/>
              </a:defRPr>
            </a:pPr>
            <a:r>
              <a:rPr sz="1575" b="1" i="0">
                <a:solidFill>
                  <a:srgbClr val="1C3854"/>
                </a:solidFill>
                <a:latin typeface="LiberationSans"/>
                <a:ea typeface="LiberationSans"/>
                <a:cs typeface="LiberationSans"/>
              </a:rPr>
              <a:t>Solicita datos</a:t>
            </a:r>
          </a:p>
          <a:p xmlns:a="http://schemas.openxmlformats.org/drawingml/2006/main">
            <a:pPr algn="ctr">
              <a:lnSpc>
                <a:spcPct val="102000"/>
              </a:lnSpc>
              <a:buNone/>
              <a:defRPr sz="1575" b="1" i="0">
                <a:solidFill>
                  <a:srgbClr val="1C3854"/>
                </a:solidFill>
                <a:latin typeface="LiberationSans"/>
                <a:ea typeface="LiberationSans"/>
                <a:cs typeface="LiberationSans"/>
              </a:defRPr>
            </a:pPr>
            <a:r>
              <a:rPr sz="1575" b="1" i="0">
                <a:solidFill>
                  <a:srgbClr val="1C3854"/>
                </a:solidFill>
                <a:latin typeface="LiberationSans"/>
                <a:ea typeface="LiberationSans"/>
                <a:cs typeface="LiberationSans"/>
              </a:rPr>
              <a:t>de Usuario B</a:t>
            </a:r>
          </a:p>
        </p:txBody>
      </p:sp>
      <p:sp>
        <p:nvSpPr>
          <p:cNvPr id="17" name="security-test-line-1">
            <a:extLst xmlns:a="http://schemas.openxmlformats.org/drawingml/2006/main">
              <a:ext uri="{FF2B5EF4-FFF2-40B4-BE49-F238E27FC236}">
                <a16:creationId xmlns:a16="http://schemas.microsoft.com/office/drawing/2014/main" id="{80456974-59D7-4633-AD16-12E3ADC9F64E}"/>
              </a:ext>
            </a:extLst>
          </p:cNvPr>
          <p:cNvSpPr>
            <a:spLocks xmlns:a="http://schemas.openxmlformats.org/drawingml/2006/main" noGrp="1"/>
          </p:cNvSpPr>
          <p:nvPr/>
        </p:nvSpPr>
        <p:spPr>
          <a:xfrm xmlns:a="http://schemas.openxmlformats.org/drawingml/2006/main">
            <a:off x="5867400" y="3505200"/>
            <a:ext cx="266700" cy="0"/>
          </a:xfrm>
          <a:prstGeom xmlns:a="http://schemas.openxmlformats.org/drawingml/2006/main" prst="line">
            <a:avLst/>
          </a:prstGeom>
          <a:noFill xmlns:a="http://schemas.openxmlformats.org/drawingml/2006/main"/>
          <a:ln xmlns:a="http://schemas.openxmlformats.org/drawingml/2006/main" w="28575">
            <a:solidFill>
              <a:srgbClr val="C99B2E"/>
            </a:solidFill>
            <a:prstDash val="solid"/>
          </a:ln>
        </p:spPr>
      </p:sp>
      <p:sp>
        <p:nvSpPr>
          <p:cNvPr id="18" name="security-test-box-2">
            <a:extLst xmlns:a="http://schemas.openxmlformats.org/drawingml/2006/main">
              <a:ext uri="{FF2B5EF4-FFF2-40B4-BE49-F238E27FC236}">
                <a16:creationId xmlns:a16="http://schemas.microsoft.com/office/drawing/2014/main" id="{B685DB26-D0BB-4239-BB44-4B175E78826F}"/>
              </a:ext>
            </a:extLst>
          </p:cNvPr>
          <p:cNvSpPr>
            <a:spLocks xmlns:a="http://schemas.openxmlformats.org/drawingml/2006/main" noGrp="1"/>
          </p:cNvSpPr>
          <p:nvPr/>
        </p:nvSpPr>
        <p:spPr>
          <a:xfrm xmlns:a="http://schemas.openxmlformats.org/drawingml/2006/main">
            <a:off x="6134100" y="2514600"/>
            <a:ext cx="2457450" cy="1981200"/>
          </a:xfrm>
          <a:prstGeom xmlns:a="http://schemas.openxmlformats.org/drawingml/2006/main" prst="rect">
            <a:avLst/>
          </a:prstGeom>
          <a:solidFill xmlns:a="http://schemas.openxmlformats.org/drawingml/2006/main">
            <a:srgbClr val="FCEBE3"/>
          </a:solidFill>
          <a:ln xmlns:a="http://schemas.openxmlformats.org/drawingml/2006/main" w="0">
            <a:solidFill>
              <a:srgbClr val="FCEBE3"/>
            </a:solidFill>
            <a:prstDash val="solid"/>
          </a:ln>
        </p:spPr>
      </p:sp>
      <p:sp>
        <p:nvSpPr>
          <p:cNvPr id="19" name="security-test-number-2">
            <a:extLst xmlns:a="http://schemas.openxmlformats.org/drawingml/2006/main">
              <a:ext uri="{FF2B5EF4-FFF2-40B4-BE49-F238E27FC236}">
                <a16:creationId xmlns:a16="http://schemas.microsoft.com/office/drawing/2014/main" id="{8C455D79-0C7F-4701-B20E-99510025C7F3}"/>
              </a:ext>
            </a:extLst>
          </p:cNvPr>
          <p:cNvSpPr>
            <a:spLocks xmlns:a="http://schemas.openxmlformats.org/drawingml/2006/main" noGrp="1"/>
          </p:cNvSpPr>
          <p:nvPr/>
        </p:nvSpPr>
        <p:spPr>
          <a:xfrm xmlns:a="http://schemas.openxmlformats.org/drawingml/2006/main">
            <a:off x="6324600" y="2743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F27732"/>
                </a:solidFill>
                <a:latin typeface="LiberationSans"/>
                <a:ea typeface="LiberationSans"/>
                <a:cs typeface="LiberationSans"/>
              </a:defRPr>
            </a:pPr>
            <a:r>
              <a:rPr sz="1275" b="1" i="0">
                <a:solidFill>
                  <a:srgbClr val="F27732"/>
                </a:solidFill>
                <a:latin typeface="LiberationSans"/>
                <a:ea typeface="LiberationSans"/>
                <a:cs typeface="LiberationSans"/>
              </a:rPr>
              <a:t>03</a:t>
            </a:r>
          </a:p>
        </p:txBody>
      </p:sp>
      <p:sp>
        <p:nvSpPr>
          <p:cNvPr id="20" name="security-test-title-2">
            <a:extLst xmlns:a="http://schemas.openxmlformats.org/drawingml/2006/main">
              <a:ext uri="{FF2B5EF4-FFF2-40B4-BE49-F238E27FC236}">
                <a16:creationId xmlns:a16="http://schemas.microsoft.com/office/drawing/2014/main" id="{65A27980-AFF6-40D5-8373-BFE1BF9FCBB3}"/>
              </a:ext>
            </a:extLst>
          </p:cNvPr>
          <p:cNvSpPr>
            <a:spLocks xmlns:a="http://schemas.openxmlformats.org/drawingml/2006/main" noGrp="1"/>
          </p:cNvSpPr>
          <p:nvPr/>
        </p:nvSpPr>
        <p:spPr>
          <a:xfrm xmlns:a="http://schemas.openxmlformats.org/drawingml/2006/main">
            <a:off x="6324600" y="3162300"/>
            <a:ext cx="2076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i="0">
                <a:solidFill>
                  <a:srgbClr val="1C3854"/>
                </a:solidFill>
                <a:latin typeface="LiberationSans"/>
                <a:ea typeface="LiberationSans"/>
                <a:cs typeface="LiberationSans"/>
              </a:defRPr>
            </a:pPr>
            <a:r>
              <a:rPr sz="1725" b="1" i="0">
                <a:solidFill>
                  <a:srgbClr val="1C3854"/>
                </a:solidFill>
                <a:latin typeface="LiberationSans"/>
                <a:ea typeface="LiberationSans"/>
                <a:cs typeface="LiberationSans"/>
              </a:rPr>
              <a:t>Evidencia</a:t>
            </a:r>
          </a:p>
        </p:txBody>
      </p:sp>
      <p:sp>
        <p:nvSpPr>
          <p:cNvPr id="21" name="security-test-body-2">
            <a:extLst xmlns:a="http://schemas.openxmlformats.org/drawingml/2006/main">
              <a:ext uri="{FF2B5EF4-FFF2-40B4-BE49-F238E27FC236}">
                <a16:creationId xmlns:a16="http://schemas.microsoft.com/office/drawing/2014/main" id="{5A9AD392-1804-4700-8E0F-436A003FEC67}"/>
              </a:ext>
            </a:extLst>
          </p:cNvPr>
          <p:cNvSpPr>
            <a:spLocks xmlns:a="http://schemas.openxmlformats.org/drawingml/2006/main" noGrp="1"/>
          </p:cNvSpPr>
          <p:nvPr/>
        </p:nvSpPr>
        <p:spPr>
          <a:xfrm xmlns:a="http://schemas.openxmlformats.org/drawingml/2006/main">
            <a:off x="6324600" y="3733800"/>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371"/>
          </a:bodyPr>
          <a:lstStyle xmlns:a="http://schemas.openxmlformats.org/drawingml/2006/main"/>
          <a:p xmlns:a="http://schemas.openxmlformats.org/drawingml/2006/main">
            <a:pPr algn="ctr">
              <a:lnSpc>
                <a:spcPct val="102000"/>
              </a:lnSpc>
              <a:buNone/>
              <a:defRPr sz="1575" b="1" i="0">
                <a:solidFill>
                  <a:srgbClr val="1C3854"/>
                </a:solidFill>
                <a:latin typeface="LiberationSans"/>
                <a:ea typeface="LiberationSans"/>
                <a:cs typeface="LiberationSans"/>
              </a:defRPr>
            </a:pPr>
            <a:r>
              <a:rPr sz="1575" b="1" i="0">
                <a:solidFill>
                  <a:srgbClr val="1C3854"/>
                </a:solidFill>
                <a:latin typeface="LiberationSans"/>
                <a:ea typeface="LiberationSans"/>
                <a:cs typeface="LiberationSans"/>
              </a:rPr>
              <a:t>Solicitud rechazada</a:t>
            </a:r>
          </a:p>
          <a:p xmlns:a="http://schemas.openxmlformats.org/drawingml/2006/main">
            <a:pPr algn="ctr">
              <a:lnSpc>
                <a:spcPct val="102000"/>
              </a:lnSpc>
              <a:buNone/>
              <a:defRPr sz="1575" b="1" i="0">
                <a:solidFill>
                  <a:srgbClr val="1C3854"/>
                </a:solidFill>
                <a:latin typeface="LiberationSans"/>
                <a:ea typeface="LiberationSans"/>
                <a:cs typeface="LiberationSans"/>
              </a:defRPr>
            </a:pPr>
            <a:r>
              <a:rPr sz="1575" b="1" i="0">
                <a:solidFill>
                  <a:srgbClr val="1C3854"/>
                </a:solidFill>
                <a:latin typeface="LiberationSans"/>
                <a:ea typeface="LiberationSans"/>
                <a:cs typeface="LiberationSans"/>
              </a:rPr>
              <a:t>sin datos visibles</a:t>
            </a:r>
          </a:p>
        </p:txBody>
      </p:sp>
      <p:sp>
        <p:nvSpPr>
          <p:cNvPr id="22" name="security-test-line-2">
            <a:extLst xmlns:a="http://schemas.openxmlformats.org/drawingml/2006/main">
              <a:ext uri="{FF2B5EF4-FFF2-40B4-BE49-F238E27FC236}">
                <a16:creationId xmlns:a16="http://schemas.microsoft.com/office/drawing/2014/main" id="{5C51AF7A-714E-4175-A3CA-7D224A5CB5DD}"/>
              </a:ext>
            </a:extLst>
          </p:cNvPr>
          <p:cNvSpPr>
            <a:spLocks xmlns:a="http://schemas.openxmlformats.org/drawingml/2006/main" noGrp="1"/>
          </p:cNvSpPr>
          <p:nvPr/>
        </p:nvSpPr>
        <p:spPr>
          <a:xfrm xmlns:a="http://schemas.openxmlformats.org/drawingml/2006/main">
            <a:off x="8591550" y="3505200"/>
            <a:ext cx="266700" cy="0"/>
          </a:xfrm>
          <a:prstGeom xmlns:a="http://schemas.openxmlformats.org/drawingml/2006/main" prst="line">
            <a:avLst/>
          </a:prstGeom>
          <a:noFill xmlns:a="http://schemas.openxmlformats.org/drawingml/2006/main"/>
          <a:ln xmlns:a="http://schemas.openxmlformats.org/drawingml/2006/main" w="28575">
            <a:solidFill>
              <a:srgbClr val="C99B2E"/>
            </a:solidFill>
            <a:prstDash val="solid"/>
          </a:ln>
        </p:spPr>
      </p:sp>
      <p:sp>
        <p:nvSpPr>
          <p:cNvPr id="23" name="security-test-box-3">
            <a:extLst xmlns:a="http://schemas.openxmlformats.org/drawingml/2006/main">
              <a:ext uri="{FF2B5EF4-FFF2-40B4-BE49-F238E27FC236}">
                <a16:creationId xmlns:a16="http://schemas.microsoft.com/office/drawing/2014/main" id="{3444C779-0836-41F9-B147-420326C34C2E}"/>
              </a:ext>
            </a:extLst>
          </p:cNvPr>
          <p:cNvSpPr>
            <a:spLocks xmlns:a="http://schemas.openxmlformats.org/drawingml/2006/main" noGrp="1"/>
          </p:cNvSpPr>
          <p:nvPr/>
        </p:nvSpPr>
        <p:spPr>
          <a:xfrm xmlns:a="http://schemas.openxmlformats.org/drawingml/2006/main">
            <a:off x="8858250" y="2514600"/>
            <a:ext cx="2457450" cy="1981200"/>
          </a:xfrm>
          <a:prstGeom xmlns:a="http://schemas.openxmlformats.org/drawingml/2006/main" prst="rect">
            <a:avLst/>
          </a:prstGeom>
          <a:solidFill xmlns:a="http://schemas.openxmlformats.org/drawingml/2006/main">
            <a:srgbClr val="18324C"/>
          </a:solidFill>
          <a:ln xmlns:a="http://schemas.openxmlformats.org/drawingml/2006/main" w="0">
            <a:solidFill>
              <a:srgbClr val="18324C"/>
            </a:solidFill>
            <a:prstDash val="solid"/>
          </a:ln>
        </p:spPr>
      </p:sp>
      <p:sp>
        <p:nvSpPr>
          <p:cNvPr id="24" name="security-test-number-3">
            <a:extLst xmlns:a="http://schemas.openxmlformats.org/drawingml/2006/main">
              <a:ext uri="{FF2B5EF4-FFF2-40B4-BE49-F238E27FC236}">
                <a16:creationId xmlns:a16="http://schemas.microsoft.com/office/drawing/2014/main" id="{4576B55F-92CC-41ED-867B-96C5D2D9073C}"/>
              </a:ext>
            </a:extLst>
          </p:cNvPr>
          <p:cNvSpPr>
            <a:spLocks xmlns:a="http://schemas.openxmlformats.org/drawingml/2006/main" noGrp="1"/>
          </p:cNvSpPr>
          <p:nvPr/>
        </p:nvSpPr>
        <p:spPr>
          <a:xfrm xmlns:a="http://schemas.openxmlformats.org/drawingml/2006/main">
            <a:off x="9048750" y="2743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C99B2E"/>
                </a:solidFill>
                <a:latin typeface="LiberationSans"/>
                <a:ea typeface="LiberationSans"/>
                <a:cs typeface="LiberationSans"/>
              </a:defRPr>
            </a:pPr>
            <a:r>
              <a:rPr sz="1275" b="1" i="0">
                <a:solidFill>
                  <a:srgbClr val="C99B2E"/>
                </a:solidFill>
                <a:latin typeface="LiberationSans"/>
                <a:ea typeface="LiberationSans"/>
                <a:cs typeface="LiberationSans"/>
              </a:rPr>
              <a:t>04</a:t>
            </a:r>
          </a:p>
        </p:txBody>
      </p:sp>
      <p:sp>
        <p:nvSpPr>
          <p:cNvPr id="25" name="security-test-title-3">
            <a:extLst xmlns:a="http://schemas.openxmlformats.org/drawingml/2006/main">
              <a:ext uri="{FF2B5EF4-FFF2-40B4-BE49-F238E27FC236}">
                <a16:creationId xmlns:a16="http://schemas.microsoft.com/office/drawing/2014/main" id="{363D7E1E-F81D-4B78-8594-768068BA9238}"/>
              </a:ext>
            </a:extLst>
          </p:cNvPr>
          <p:cNvSpPr>
            <a:spLocks xmlns:a="http://schemas.openxmlformats.org/drawingml/2006/main" noGrp="1"/>
          </p:cNvSpPr>
          <p:nvPr/>
        </p:nvSpPr>
        <p:spPr>
          <a:xfrm xmlns:a="http://schemas.openxmlformats.org/drawingml/2006/main">
            <a:off x="9048750" y="3162300"/>
            <a:ext cx="2076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i="0">
                <a:solidFill>
                  <a:srgbClr val="FFFFFF"/>
                </a:solidFill>
                <a:latin typeface="LiberationSans"/>
                <a:ea typeface="LiberationSans"/>
                <a:cs typeface="LiberationSans"/>
              </a:defRPr>
            </a:pPr>
            <a:r>
              <a:rPr sz="1725" b="1" i="0">
                <a:solidFill>
                  <a:srgbClr val="FFFFFF"/>
                </a:solidFill>
                <a:latin typeface="LiberationSans"/>
                <a:ea typeface="LiberationSans"/>
                <a:cs typeface="LiberationSans"/>
              </a:rPr>
              <a:t>Criterio</a:t>
            </a:r>
          </a:p>
        </p:txBody>
      </p:sp>
      <p:sp>
        <p:nvSpPr>
          <p:cNvPr id="26" name="security-test-body-3">
            <a:extLst xmlns:a="http://schemas.openxmlformats.org/drawingml/2006/main">
              <a:ext uri="{FF2B5EF4-FFF2-40B4-BE49-F238E27FC236}">
                <a16:creationId xmlns:a16="http://schemas.microsoft.com/office/drawing/2014/main" id="{4D1EFA7F-0967-42BB-9485-D6A242FD63D8}"/>
              </a:ext>
            </a:extLst>
          </p:cNvPr>
          <p:cNvSpPr>
            <a:spLocks xmlns:a="http://schemas.openxmlformats.org/drawingml/2006/main" noGrp="1"/>
          </p:cNvSpPr>
          <p:nvPr/>
        </p:nvSpPr>
        <p:spPr>
          <a:xfrm xmlns:a="http://schemas.openxmlformats.org/drawingml/2006/main">
            <a:off x="9048750" y="3733800"/>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371"/>
          </a:bodyPr>
          <a:lstStyle xmlns:a="http://schemas.openxmlformats.org/drawingml/2006/main"/>
          <a:p xmlns:a="http://schemas.openxmlformats.org/drawingml/2006/main">
            <a:pPr algn="ctr">
              <a:lnSpc>
                <a:spcPct val="102000"/>
              </a:lnSpc>
              <a:buNone/>
              <a:defRPr sz="1575" b="1" i="0">
                <a:solidFill>
                  <a:srgbClr val="FFFFFF"/>
                </a:solidFill>
                <a:latin typeface="LiberationSans"/>
                <a:ea typeface="LiberationSans"/>
                <a:cs typeface="LiberationSans"/>
              </a:defRPr>
            </a:pPr>
            <a:r>
              <a:rPr sz="1575" b="1" i="0">
                <a:solidFill>
                  <a:srgbClr val="FFFFFF"/>
                </a:solidFill>
                <a:latin typeface="LiberationSans"/>
                <a:ea typeface="LiberationSans"/>
                <a:cs typeface="LiberationSans"/>
              </a:rPr>
              <a:t>No se expone</a:t>
            </a:r>
          </a:p>
          <a:p xmlns:a="http://schemas.openxmlformats.org/drawingml/2006/main">
            <a:pPr algn="ctr">
              <a:lnSpc>
                <a:spcPct val="102000"/>
              </a:lnSpc>
              <a:buNone/>
              <a:defRPr sz="1575" b="1" i="0">
                <a:solidFill>
                  <a:srgbClr val="FFFFFF"/>
                </a:solidFill>
                <a:latin typeface="LiberationSans"/>
                <a:ea typeface="LiberationSans"/>
                <a:cs typeface="LiberationSans"/>
              </a:defRPr>
            </a:pPr>
            <a:r>
              <a:rPr sz="1575" b="1" i="0">
                <a:solidFill>
                  <a:srgbClr val="FFFFFF"/>
                </a:solidFill>
                <a:latin typeface="LiberationSans"/>
                <a:ea typeface="LiberationSans"/>
                <a:cs typeface="LiberationSans"/>
              </a:rPr>
              <a:t>información ajena</a:t>
            </a:r>
          </a:p>
        </p:txBody>
      </p:sp>
      <p:sp>
        <p:nvSpPr>
          <p:cNvPr id="27" name="security-test-hint">
            <a:extLst xmlns:a="http://schemas.openxmlformats.org/drawingml/2006/main">
              <a:ext uri="{FF2B5EF4-FFF2-40B4-BE49-F238E27FC236}">
                <a16:creationId xmlns:a16="http://schemas.microsoft.com/office/drawing/2014/main" id="{0696FB7F-A8FD-4B3E-8956-10D43D0B00DE}"/>
              </a:ext>
            </a:extLst>
          </p:cNvPr>
          <p:cNvSpPr>
            <a:spLocks xmlns:a="http://schemas.openxmlformats.org/drawingml/2006/main" noGrp="1"/>
          </p:cNvSpPr>
          <p:nvPr/>
        </p:nvSpPr>
        <p:spPr>
          <a:xfrm xmlns:a="http://schemas.openxmlformats.org/drawingml/2006/main">
            <a:off x="685800" y="5010150"/>
            <a:ext cx="10820400" cy="971550"/>
          </a:xfrm>
          <a:prstGeom xmlns:a="http://schemas.openxmlformats.org/drawingml/2006/main" prst="rect">
            <a:avLst/>
          </a:prstGeom>
          <a:solidFill xmlns:a="http://schemas.openxmlformats.org/drawingml/2006/main">
            <a:srgbClr val="FFFFFF"/>
          </a:solidFill>
          <a:ln xmlns:a="http://schemas.openxmlformats.org/drawingml/2006/main" w="9525">
            <a:solidFill>
              <a:srgbClr val="D5DEE5"/>
            </a:solidFill>
            <a:prstDash val="solid"/>
          </a:ln>
        </p:spPr>
      </p:sp>
      <p:sp>
        <p:nvSpPr>
          <p:cNvPr id="28" name="security-test-hint-label">
            <a:extLst xmlns:a="http://schemas.openxmlformats.org/drawingml/2006/main">
              <a:ext uri="{FF2B5EF4-FFF2-40B4-BE49-F238E27FC236}">
                <a16:creationId xmlns:a16="http://schemas.microsoft.com/office/drawing/2014/main" id="{537702E7-BF90-4340-A8B8-5E6E67573DF2}"/>
              </a:ext>
            </a:extLst>
          </p:cNvPr>
          <p:cNvSpPr>
            <a:spLocks xmlns:a="http://schemas.openxmlformats.org/drawingml/2006/main" noGrp="1"/>
          </p:cNvSpPr>
          <p:nvPr/>
        </p:nvSpPr>
        <p:spPr>
          <a:xfrm xmlns:a="http://schemas.openxmlformats.org/drawingml/2006/main">
            <a:off x="952500" y="523875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i="0">
                <a:solidFill>
                  <a:srgbClr val="F27732"/>
                </a:solidFill>
                <a:latin typeface="LiberationSans"/>
                <a:ea typeface="LiberationSans"/>
                <a:cs typeface="LiberationSans"/>
              </a:defRPr>
            </a:pPr>
            <a:r>
              <a:rPr sz="1350" b="1" i="0">
                <a:solidFill>
                  <a:srgbClr val="F27732"/>
                </a:solidFill>
                <a:latin typeface="LiberationSans"/>
                <a:ea typeface="LiberationSans"/>
                <a:cs typeface="LiberationSans"/>
              </a:rPr>
              <a:t>Pista</a:t>
            </a:r>
          </a:p>
        </p:txBody>
      </p:sp>
      <p:sp>
        <p:nvSpPr>
          <p:cNvPr id="29" name="security-test-hint-body">
            <a:extLst xmlns:a="http://schemas.openxmlformats.org/drawingml/2006/main">
              <a:ext uri="{FF2B5EF4-FFF2-40B4-BE49-F238E27FC236}">
                <a16:creationId xmlns:a16="http://schemas.microsoft.com/office/drawing/2014/main" id="{3F95F31D-653B-4910-86ED-FD194946509F}"/>
              </a:ext>
            </a:extLst>
          </p:cNvPr>
          <p:cNvSpPr>
            <a:spLocks xmlns:a="http://schemas.openxmlformats.org/drawingml/2006/main" noGrp="1"/>
          </p:cNvSpPr>
          <p:nvPr/>
        </p:nvSpPr>
        <p:spPr>
          <a:xfrm xmlns:a="http://schemas.openxmlformats.org/drawingml/2006/main">
            <a:off x="2038350" y="5181600"/>
            <a:ext cx="8915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141"/>
          </a:bodyPr>
          <a:lstStyle xmlns:a="http://schemas.openxmlformats.org/drawingml/2006/main"/>
          <a:p xmlns:a="http://schemas.openxmlformats.org/drawingml/2006/main">
            <a:pPr algn="l">
              <a:lnSpc>
                <a:spcPct val="104000"/>
              </a:lnSpc>
              <a:buNone/>
              <a:defRPr sz="1500" b="1" i="0">
                <a:solidFill>
                  <a:srgbClr val="1C3854"/>
                </a:solidFill>
                <a:latin typeface="LiberationSans"/>
                <a:ea typeface="LiberationSans"/>
                <a:cs typeface="LiberationSans"/>
              </a:defRPr>
            </a:pPr>
            <a:r>
              <a:rPr sz="1500" b="1" i="0">
                <a:solidFill>
                  <a:srgbClr val="1C3854"/>
                </a:solidFill>
                <a:latin typeface="LiberationSans"/>
                <a:ea typeface="LiberationSans"/>
                <a:cs typeface="LiberationSans"/>
              </a:rPr>
              <a:t>El resultado correcto no solo rechaza la solicitud: también evita que el mensaje, el código o el registro revelen más información de la necesaria.</a:t>
            </a:r>
          </a:p>
        </p:txBody>
      </p:sp>
    </p:spTree>
    <p:extLst>
      <p:ext uri="{BB962C8B-B14F-4D97-AF65-F5344CB8AC3E}">
        <p14:creationId xmlns:p14="http://schemas.microsoft.com/office/powerpoint/2010/main" val="553709377"/>
      </p:ext>
    </p:extLst>
  </p:cSld>
</p:sld>
</file>

<file path=ppt/slides/slide1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30" name="compliance-kicker">
            <a:extLst xmlns:a="http://schemas.openxmlformats.org/drawingml/2006/main">
              <a:ext uri="{FF2B5EF4-FFF2-40B4-BE49-F238E27FC236}">
                <a16:creationId xmlns:a16="http://schemas.microsoft.com/office/drawing/2014/main" id="{364D5B5D-4EA1-427E-81B8-CD4F14E8DEF3}"/>
              </a:ext>
            </a:extLst>
          </p:cNvPr>
          <p:cNvSpPr>
            <a:spLocks xmlns:a="http://schemas.openxmlformats.org/drawingml/2006/main" noGrp="1"/>
          </p:cNvSpPr>
          <p:nvPr/>
        </p:nvSpPr>
        <p:spPr>
          <a:xfrm xmlns:a="http://schemas.openxmlformats.org/drawingml/2006/main">
            <a:off x="685800" y="4000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i="0">
                <a:solidFill>
                  <a:srgbClr val="C99B2E"/>
                </a:solidFill>
                <a:latin typeface="LiberationSans"/>
                <a:ea typeface="LiberationSans"/>
                <a:cs typeface="LiberationSans"/>
              </a:defRPr>
            </a:pPr>
            <a:r>
              <a:rPr sz="1125" b="1" i="0">
                <a:solidFill>
                  <a:srgbClr val="C99B2E"/>
                </a:solidFill>
                <a:latin typeface="LiberationSans"/>
                <a:ea typeface="LiberationSans"/>
                <a:cs typeface="LiberationSans"/>
              </a:rPr>
              <a:t>CUMPLIMIENTO Y NORMATIVAS</a:t>
            </a:r>
          </a:p>
        </p:txBody>
      </p:sp>
      <p:sp>
        <p:nvSpPr>
          <p:cNvPr id="2" name="compliance-title">
            <a:extLst xmlns:a="http://schemas.openxmlformats.org/drawingml/2006/main">
              <a:ext uri="{FF2B5EF4-FFF2-40B4-BE49-F238E27FC236}">
                <a16:creationId xmlns:a16="http://schemas.microsoft.com/office/drawing/2014/main" id="{130A0AB8-46AA-4038-BCE9-1B033A5A138C}"/>
              </a:ext>
            </a:extLst>
          </p:cNvPr>
          <p:cNvSpPr>
            <a:spLocks xmlns:a="http://schemas.openxmlformats.org/drawingml/2006/main" noGrp="1"/>
          </p:cNvSpPr>
          <p:nvPr/>
        </p:nvSpPr>
        <p:spPr>
          <a:xfrm xmlns:a="http://schemas.openxmlformats.org/drawingml/2006/main">
            <a:off x="685800" y="685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150" b="1" i="0">
                <a:solidFill>
                  <a:srgbClr val="1C3854"/>
                </a:solidFill>
                <a:latin typeface="LiberationSans"/>
                <a:ea typeface="LiberationSans"/>
                <a:cs typeface="LiberationSans"/>
              </a:defRPr>
            </a:pPr>
            <a:r>
              <a:rPr sz="3150" b="1" i="0">
                <a:solidFill>
                  <a:srgbClr val="1C3854"/>
                </a:solidFill>
                <a:latin typeface="LiberationSans"/>
                <a:ea typeface="LiberationSans"/>
                <a:cs typeface="LiberationSans"/>
              </a:rPr>
              <a:t>Cumplir significa poder demostrar una práctica</a:t>
            </a:r>
          </a:p>
        </p:txBody>
      </p:sp>
      <p:sp>
        <p:nvSpPr>
          <p:cNvPr id="3" name="compliance-rule">
            <a:extLst xmlns:a="http://schemas.openxmlformats.org/drawingml/2006/main">
              <a:ext uri="{FF2B5EF4-FFF2-40B4-BE49-F238E27FC236}">
                <a16:creationId xmlns:a16="http://schemas.microsoft.com/office/drawing/2014/main" id="{CA0005E5-3516-4AAA-99AF-8116C1767272}"/>
              </a:ext>
            </a:extLst>
          </p:cNvPr>
          <p:cNvSpPr>
            <a:spLocks xmlns:a="http://schemas.openxmlformats.org/drawingml/2006/main" noGrp="1"/>
          </p:cNvSpPr>
          <p:nvPr/>
        </p:nvSpPr>
        <p:spPr>
          <a:xfrm xmlns:a="http://schemas.openxmlformats.org/drawingml/2006/main">
            <a:off x="685800" y="1323975"/>
            <a:ext cx="1104900" cy="47625"/>
          </a:xfrm>
          <a:prstGeom xmlns:a="http://schemas.openxmlformats.org/drawingml/2006/main" prst="rect">
            <a:avLst/>
          </a:prstGeom>
          <a:solidFill xmlns:a="http://schemas.openxmlformats.org/drawingml/2006/main">
            <a:srgbClr val="C99B2E"/>
          </a:solidFill>
          <a:ln xmlns:a="http://schemas.openxmlformats.org/drawingml/2006/main" w="0">
            <a:solidFill>
              <a:srgbClr val="C99B2E"/>
            </a:solidFill>
            <a:prstDash val="solid"/>
          </a:ln>
        </p:spPr>
      </p:sp>
      <p:sp>
        <p:nvSpPr>
          <p:cNvPr id="4" name="compliance-subtitle">
            <a:extLst xmlns:a="http://schemas.openxmlformats.org/drawingml/2006/main">
              <a:ext uri="{FF2B5EF4-FFF2-40B4-BE49-F238E27FC236}">
                <a16:creationId xmlns:a16="http://schemas.microsoft.com/office/drawing/2014/main" id="{CE429931-9C12-4B42-AE72-C751375E86D4}"/>
              </a:ext>
            </a:extLst>
          </p:cNvPr>
          <p:cNvSpPr>
            <a:spLocks xmlns:a="http://schemas.openxmlformats.org/drawingml/2006/main" noGrp="1"/>
          </p:cNvSpPr>
          <p:nvPr/>
        </p:nvSpPr>
        <p:spPr>
          <a:xfrm xmlns:a="http://schemas.openxmlformats.org/drawingml/2006/main">
            <a:off x="685800" y="15049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68747F"/>
                </a:solidFill>
                <a:latin typeface="LiberationSans"/>
                <a:ea typeface="LiberationSans"/>
                <a:cs typeface="LiberationSans"/>
              </a:defRPr>
            </a:pPr>
            <a:r>
              <a:rPr sz="1500" b="0" i="0">
                <a:solidFill>
                  <a:srgbClr val="68747F"/>
                </a:solidFill>
                <a:latin typeface="LiberationSans"/>
                <a:ea typeface="LiberationSans"/>
                <a:cs typeface="LiberationSans"/>
              </a:rPr>
              <a:t>Una política expresa una expectativa, un control la implementa y la evidencia permite revisarla.</a:t>
            </a:r>
          </a:p>
        </p:txBody>
      </p:sp>
      <p:sp>
        <p:nvSpPr>
          <p:cNvPr id="5" name="footer-band-16">
            <a:extLst xmlns:a="http://schemas.openxmlformats.org/drawingml/2006/main">
              <a:ext uri="{FF2B5EF4-FFF2-40B4-BE49-F238E27FC236}">
                <a16:creationId xmlns:a16="http://schemas.microsoft.com/office/drawing/2014/main" id="{DB9D9B89-B06B-485D-AF34-C578917E376B}"/>
              </a:ext>
            </a:extLst>
          </p:cNvPr>
          <p:cNvSpPr>
            <a:spLocks xmlns:a="http://schemas.openxmlformats.org/drawingml/2006/main" noGrp="1"/>
          </p:cNvSpPr>
          <p:nvPr/>
        </p:nvSpPr>
        <p:spPr>
          <a:xfrm xmlns:a="http://schemas.openxmlformats.org/drawingml/2006/main">
            <a:off x="0" y="6705600"/>
            <a:ext cx="12192000" cy="152400"/>
          </a:xfrm>
          <a:prstGeom xmlns:a="http://schemas.openxmlformats.org/drawingml/2006/main" prst="rect">
            <a:avLst/>
          </a:prstGeom>
          <a:solidFill xmlns:a="http://schemas.openxmlformats.org/drawingml/2006/main">
            <a:srgbClr val="18324C"/>
          </a:solidFill>
          <a:ln xmlns:a="http://schemas.openxmlformats.org/drawingml/2006/main" w="0">
            <a:solidFill>
              <a:srgbClr val="18324C"/>
            </a:solidFill>
            <a:prstDash val="solid"/>
          </a:ln>
        </p:spPr>
      </p:sp>
      <p:sp>
        <p:nvSpPr>
          <p:cNvPr id="6" name="footer-label-16">
            <a:extLst xmlns:a="http://schemas.openxmlformats.org/drawingml/2006/main">
              <a:ext uri="{FF2B5EF4-FFF2-40B4-BE49-F238E27FC236}">
                <a16:creationId xmlns:a16="http://schemas.microsoft.com/office/drawing/2014/main" id="{90D09E1E-AF2F-432C-A85C-38F5788B52D2}"/>
              </a:ext>
            </a:extLst>
          </p:cNvPr>
          <p:cNvSpPr>
            <a:spLocks xmlns:a="http://schemas.openxmlformats.org/drawingml/2006/main" noGrp="1"/>
          </p:cNvSpPr>
          <p:nvPr/>
        </p:nvSpPr>
        <p:spPr>
          <a:xfrm xmlns:a="http://schemas.openxmlformats.org/drawingml/2006/main">
            <a:off x="685800" y="64293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75" b="0" i="0">
                <a:solidFill>
                  <a:srgbClr val="68747F"/>
                </a:solidFill>
                <a:latin typeface="LiberationSans"/>
                <a:ea typeface="LiberationSans"/>
                <a:cs typeface="LiberationSans"/>
              </a:defRPr>
            </a:pPr>
            <a:r>
              <a:rPr sz="975" b="0" i="0">
                <a:solidFill>
                  <a:srgbClr val="68747F"/>
                </a:solidFill>
                <a:latin typeface="LiberationSans"/>
                <a:ea typeface="LiberationSans"/>
                <a:cs typeface="LiberationSans"/>
              </a:rPr>
              <a:t>ANÁLISIS Y DISEÑO DE SISTEMAS 2</a:t>
            </a:r>
          </a:p>
        </p:txBody>
      </p:sp>
      <p:sp>
        <p:nvSpPr>
          <p:cNvPr id="7" name="footer-number-16">
            <a:extLst xmlns:a="http://schemas.openxmlformats.org/drawingml/2006/main">
              <a:ext uri="{FF2B5EF4-FFF2-40B4-BE49-F238E27FC236}">
                <a16:creationId xmlns:a16="http://schemas.microsoft.com/office/drawing/2014/main" id="{9BCFCCDE-2C95-4A5C-98CA-B151FCF73603}"/>
              </a:ext>
            </a:extLst>
          </p:cNvPr>
          <p:cNvSpPr>
            <a:spLocks xmlns:a="http://schemas.openxmlformats.org/drawingml/2006/main" noGrp="1"/>
          </p:cNvSpPr>
          <p:nvPr/>
        </p:nvSpPr>
        <p:spPr>
          <a:xfrm xmlns:a="http://schemas.openxmlformats.org/drawingml/2006/main">
            <a:off x="11049000" y="642937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i="0">
                <a:solidFill>
                  <a:srgbClr val="1C3854"/>
                </a:solidFill>
                <a:latin typeface="LiberationSans"/>
                <a:ea typeface="LiberationSans"/>
                <a:cs typeface="LiberationSans"/>
              </a:defRPr>
            </a:pPr>
            <a:r>
              <a:rPr sz="1050" b="1" i="0">
                <a:solidFill>
                  <a:srgbClr val="1C3854"/>
                </a:solidFill>
                <a:latin typeface="LiberationSans"/>
                <a:ea typeface="LiberationSans"/>
                <a:cs typeface="LiberationSans"/>
              </a:rPr>
              <a:t>16</a:t>
            </a:r>
          </a:p>
        </p:txBody>
      </p:sp>
      <p:sp>
        <p:nvSpPr>
          <p:cNvPr id="8" name="compliance-panel-0">
            <a:extLst xmlns:a="http://schemas.openxmlformats.org/drawingml/2006/main">
              <a:ext uri="{FF2B5EF4-FFF2-40B4-BE49-F238E27FC236}">
                <a16:creationId xmlns:a16="http://schemas.microsoft.com/office/drawing/2014/main" id="{483998ED-05F8-4BB2-A336-EA2095F9E3E8}"/>
              </a:ext>
            </a:extLst>
          </p:cNvPr>
          <p:cNvSpPr>
            <a:spLocks xmlns:a="http://schemas.openxmlformats.org/drawingml/2006/main" noGrp="1"/>
          </p:cNvSpPr>
          <p:nvPr/>
        </p:nvSpPr>
        <p:spPr>
          <a:xfrm xmlns:a="http://schemas.openxmlformats.org/drawingml/2006/main">
            <a:off x="685800" y="2362200"/>
            <a:ext cx="2457450" cy="2057400"/>
          </a:xfrm>
          <a:prstGeom xmlns:a="http://schemas.openxmlformats.org/drawingml/2006/main" prst="rect">
            <a:avLst/>
          </a:prstGeom>
          <a:solidFill xmlns:a="http://schemas.openxmlformats.org/drawingml/2006/main">
            <a:srgbClr val="EAF3FA"/>
          </a:solidFill>
          <a:ln xmlns:a="http://schemas.openxmlformats.org/drawingml/2006/main" w="0">
            <a:solidFill>
              <a:srgbClr val="EAF3FA"/>
            </a:solidFill>
            <a:prstDash val="solid"/>
          </a:ln>
        </p:spPr>
      </p:sp>
      <p:sp>
        <p:nvSpPr>
          <p:cNvPr id="9" name="compliance-number-0">
            <a:extLst xmlns:a="http://schemas.openxmlformats.org/drawingml/2006/main">
              <a:ext uri="{FF2B5EF4-FFF2-40B4-BE49-F238E27FC236}">
                <a16:creationId xmlns:a16="http://schemas.microsoft.com/office/drawing/2014/main" id="{4613A8A7-8AC8-415E-9353-F7E0AF32C09A}"/>
              </a:ext>
            </a:extLst>
          </p:cNvPr>
          <p:cNvSpPr>
            <a:spLocks xmlns:a="http://schemas.openxmlformats.org/drawingml/2006/main" noGrp="1"/>
          </p:cNvSpPr>
          <p:nvPr/>
        </p:nvSpPr>
        <p:spPr>
          <a:xfrm xmlns:a="http://schemas.openxmlformats.org/drawingml/2006/main">
            <a:off x="876300" y="25908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F27732"/>
                </a:solidFill>
                <a:latin typeface="LiberationSans"/>
                <a:ea typeface="LiberationSans"/>
                <a:cs typeface="LiberationSans"/>
              </a:defRPr>
            </a:pPr>
            <a:r>
              <a:rPr sz="1275" b="1" i="0">
                <a:solidFill>
                  <a:srgbClr val="F27732"/>
                </a:solidFill>
                <a:latin typeface="LiberationSans"/>
                <a:ea typeface="LiberationSans"/>
                <a:cs typeface="LiberationSans"/>
              </a:rPr>
              <a:t>01</a:t>
            </a:r>
          </a:p>
        </p:txBody>
      </p:sp>
      <p:sp>
        <p:nvSpPr>
          <p:cNvPr id="10" name="compliance-title-0">
            <a:extLst xmlns:a="http://schemas.openxmlformats.org/drawingml/2006/main">
              <a:ext uri="{FF2B5EF4-FFF2-40B4-BE49-F238E27FC236}">
                <a16:creationId xmlns:a16="http://schemas.microsoft.com/office/drawing/2014/main" id="{B2EB3EC8-C53B-42AD-A8EC-F79CB169168F}"/>
              </a:ext>
            </a:extLst>
          </p:cNvPr>
          <p:cNvSpPr>
            <a:spLocks xmlns:a="http://schemas.openxmlformats.org/drawingml/2006/main" noGrp="1"/>
          </p:cNvSpPr>
          <p:nvPr/>
        </p:nvSpPr>
        <p:spPr>
          <a:xfrm xmlns:a="http://schemas.openxmlformats.org/drawingml/2006/main">
            <a:off x="876300" y="3086100"/>
            <a:ext cx="2076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i="0">
                <a:solidFill>
                  <a:srgbClr val="1C3854"/>
                </a:solidFill>
                <a:latin typeface="LiberationSans"/>
                <a:ea typeface="LiberationSans"/>
                <a:cs typeface="LiberationSans"/>
              </a:defRPr>
            </a:pPr>
            <a:r>
              <a:rPr sz="1725" b="1" i="0">
                <a:solidFill>
                  <a:srgbClr val="1C3854"/>
                </a:solidFill>
                <a:latin typeface="LiberationSans"/>
                <a:ea typeface="LiberationSans"/>
                <a:cs typeface="LiberationSans"/>
              </a:rPr>
              <a:t>Política</a:t>
            </a:r>
          </a:p>
        </p:txBody>
      </p:sp>
      <p:sp>
        <p:nvSpPr>
          <p:cNvPr id="11" name="compliance-description-0">
            <a:extLst xmlns:a="http://schemas.openxmlformats.org/drawingml/2006/main">
              <a:ext uri="{FF2B5EF4-FFF2-40B4-BE49-F238E27FC236}">
                <a16:creationId xmlns:a16="http://schemas.microsoft.com/office/drawing/2014/main" id="{18CA48FD-81C0-4A37-A844-9383AB3D856F}"/>
              </a:ext>
            </a:extLst>
          </p:cNvPr>
          <p:cNvSpPr>
            <a:spLocks xmlns:a="http://schemas.openxmlformats.org/drawingml/2006/main" noGrp="1"/>
          </p:cNvSpPr>
          <p:nvPr/>
        </p:nvSpPr>
        <p:spPr>
          <a:xfrm xmlns:a="http://schemas.openxmlformats.org/drawingml/2006/main">
            <a:off x="876300" y="3638550"/>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 b="0" i="0">
                <a:solidFill>
                  <a:srgbClr val="292F35"/>
                </a:solidFill>
                <a:latin typeface="LiberationSans"/>
                <a:ea typeface="LiberationSans"/>
                <a:cs typeface="LiberationSans"/>
              </a:defRPr>
            </a:pPr>
            <a:r>
              <a:rPr sz="1425" b="0" i="0">
                <a:solidFill>
                  <a:srgbClr val="292F35"/>
                </a:solidFill>
                <a:latin typeface="LiberationSans"/>
                <a:ea typeface="LiberationSans"/>
                <a:cs typeface="LiberationSans"/>
              </a:rPr>
              <a:t>Qué espera la organización</a:t>
            </a:r>
          </a:p>
        </p:txBody>
      </p:sp>
      <p:sp>
        <p:nvSpPr>
          <p:cNvPr id="12" name="compliance-line-0">
            <a:extLst xmlns:a="http://schemas.openxmlformats.org/drawingml/2006/main">
              <a:ext uri="{FF2B5EF4-FFF2-40B4-BE49-F238E27FC236}">
                <a16:creationId xmlns:a16="http://schemas.microsoft.com/office/drawing/2014/main" id="{474A627E-59EC-4D1C-9EF8-4608D84EEAE3}"/>
              </a:ext>
            </a:extLst>
          </p:cNvPr>
          <p:cNvSpPr>
            <a:spLocks xmlns:a="http://schemas.openxmlformats.org/drawingml/2006/main" noGrp="1"/>
          </p:cNvSpPr>
          <p:nvPr/>
        </p:nvSpPr>
        <p:spPr>
          <a:xfrm xmlns:a="http://schemas.openxmlformats.org/drawingml/2006/main">
            <a:off x="3143250" y="3371850"/>
            <a:ext cx="266700" cy="0"/>
          </a:xfrm>
          <a:prstGeom xmlns:a="http://schemas.openxmlformats.org/drawingml/2006/main" prst="line">
            <a:avLst/>
          </a:prstGeom>
          <a:noFill xmlns:a="http://schemas.openxmlformats.org/drawingml/2006/main"/>
          <a:ln xmlns:a="http://schemas.openxmlformats.org/drawingml/2006/main" w="28575">
            <a:solidFill>
              <a:srgbClr val="C99B2E"/>
            </a:solidFill>
            <a:prstDash val="solid"/>
          </a:ln>
        </p:spPr>
      </p:sp>
      <p:sp>
        <p:nvSpPr>
          <p:cNvPr id="13" name="compliance-panel-1">
            <a:extLst xmlns:a="http://schemas.openxmlformats.org/drawingml/2006/main">
              <a:ext uri="{FF2B5EF4-FFF2-40B4-BE49-F238E27FC236}">
                <a16:creationId xmlns:a16="http://schemas.microsoft.com/office/drawing/2014/main" id="{CA20C2CC-7CE0-4BFD-B19D-10325AFC72AC}"/>
              </a:ext>
            </a:extLst>
          </p:cNvPr>
          <p:cNvSpPr>
            <a:spLocks xmlns:a="http://schemas.openxmlformats.org/drawingml/2006/main" noGrp="1"/>
          </p:cNvSpPr>
          <p:nvPr/>
        </p:nvSpPr>
        <p:spPr>
          <a:xfrm xmlns:a="http://schemas.openxmlformats.org/drawingml/2006/main">
            <a:off x="3409950" y="2362200"/>
            <a:ext cx="2457450" cy="2057400"/>
          </a:xfrm>
          <a:prstGeom xmlns:a="http://schemas.openxmlformats.org/drawingml/2006/main" prst="rect">
            <a:avLst/>
          </a:prstGeom>
          <a:solidFill xmlns:a="http://schemas.openxmlformats.org/drawingml/2006/main">
            <a:srgbClr val="F8F1E2"/>
          </a:solidFill>
          <a:ln xmlns:a="http://schemas.openxmlformats.org/drawingml/2006/main" w="0">
            <a:solidFill>
              <a:srgbClr val="F8F1E2"/>
            </a:solidFill>
            <a:prstDash val="solid"/>
          </a:ln>
        </p:spPr>
      </p:sp>
      <p:sp>
        <p:nvSpPr>
          <p:cNvPr id="14" name="compliance-number-1">
            <a:extLst xmlns:a="http://schemas.openxmlformats.org/drawingml/2006/main">
              <a:ext uri="{FF2B5EF4-FFF2-40B4-BE49-F238E27FC236}">
                <a16:creationId xmlns:a16="http://schemas.microsoft.com/office/drawing/2014/main" id="{784463EF-DD5E-4EBE-B74D-F1F41E71C6F3}"/>
              </a:ext>
            </a:extLst>
          </p:cNvPr>
          <p:cNvSpPr>
            <a:spLocks xmlns:a="http://schemas.openxmlformats.org/drawingml/2006/main" noGrp="1"/>
          </p:cNvSpPr>
          <p:nvPr/>
        </p:nvSpPr>
        <p:spPr>
          <a:xfrm xmlns:a="http://schemas.openxmlformats.org/drawingml/2006/main">
            <a:off x="3600450" y="25908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F27732"/>
                </a:solidFill>
                <a:latin typeface="LiberationSans"/>
                <a:ea typeface="LiberationSans"/>
                <a:cs typeface="LiberationSans"/>
              </a:defRPr>
            </a:pPr>
            <a:r>
              <a:rPr sz="1275" b="1" i="0">
                <a:solidFill>
                  <a:srgbClr val="F27732"/>
                </a:solidFill>
                <a:latin typeface="LiberationSans"/>
                <a:ea typeface="LiberationSans"/>
                <a:cs typeface="LiberationSans"/>
              </a:rPr>
              <a:t>02</a:t>
            </a:r>
          </a:p>
        </p:txBody>
      </p:sp>
      <p:sp>
        <p:nvSpPr>
          <p:cNvPr id="15" name="compliance-title-1">
            <a:extLst xmlns:a="http://schemas.openxmlformats.org/drawingml/2006/main">
              <a:ext uri="{FF2B5EF4-FFF2-40B4-BE49-F238E27FC236}">
                <a16:creationId xmlns:a16="http://schemas.microsoft.com/office/drawing/2014/main" id="{CC45C8C9-9CE1-45B0-A4C0-CEEBB3413F7D}"/>
              </a:ext>
            </a:extLst>
          </p:cNvPr>
          <p:cNvSpPr>
            <a:spLocks xmlns:a="http://schemas.openxmlformats.org/drawingml/2006/main" noGrp="1"/>
          </p:cNvSpPr>
          <p:nvPr/>
        </p:nvSpPr>
        <p:spPr>
          <a:xfrm xmlns:a="http://schemas.openxmlformats.org/drawingml/2006/main">
            <a:off x="3600450" y="3086100"/>
            <a:ext cx="2076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i="0">
                <a:solidFill>
                  <a:srgbClr val="1C3854"/>
                </a:solidFill>
                <a:latin typeface="LiberationSans"/>
                <a:ea typeface="LiberationSans"/>
                <a:cs typeface="LiberationSans"/>
              </a:defRPr>
            </a:pPr>
            <a:r>
              <a:rPr sz="1725" b="1" i="0">
                <a:solidFill>
                  <a:srgbClr val="1C3854"/>
                </a:solidFill>
                <a:latin typeface="LiberationSans"/>
                <a:ea typeface="LiberationSans"/>
                <a:cs typeface="LiberationSans"/>
              </a:rPr>
              <a:t>Requisito</a:t>
            </a:r>
          </a:p>
        </p:txBody>
      </p:sp>
      <p:sp>
        <p:nvSpPr>
          <p:cNvPr id="16" name="compliance-description-1">
            <a:extLst xmlns:a="http://schemas.openxmlformats.org/drawingml/2006/main">
              <a:ext uri="{FF2B5EF4-FFF2-40B4-BE49-F238E27FC236}">
                <a16:creationId xmlns:a16="http://schemas.microsoft.com/office/drawing/2014/main" id="{9F54DC52-A07B-4020-8BF2-3F1853E7A9B0}"/>
              </a:ext>
            </a:extLst>
          </p:cNvPr>
          <p:cNvSpPr>
            <a:spLocks xmlns:a="http://schemas.openxmlformats.org/drawingml/2006/main" noGrp="1"/>
          </p:cNvSpPr>
          <p:nvPr/>
        </p:nvSpPr>
        <p:spPr>
          <a:xfrm xmlns:a="http://schemas.openxmlformats.org/drawingml/2006/main">
            <a:off x="3600450" y="3638550"/>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 b="0" i="0">
                <a:solidFill>
                  <a:srgbClr val="292F35"/>
                </a:solidFill>
                <a:latin typeface="LiberationSans"/>
                <a:ea typeface="LiberationSans"/>
                <a:cs typeface="LiberationSans"/>
              </a:defRPr>
            </a:pPr>
            <a:r>
              <a:rPr sz="1425" b="0" i="0">
                <a:solidFill>
                  <a:srgbClr val="292F35"/>
                </a:solidFill>
                <a:latin typeface="LiberationSans"/>
                <a:ea typeface="LiberationSans"/>
                <a:cs typeface="LiberationSans"/>
              </a:rPr>
              <a:t>Cómo se traduce esa expectativa</a:t>
            </a:r>
          </a:p>
        </p:txBody>
      </p:sp>
      <p:sp>
        <p:nvSpPr>
          <p:cNvPr id="17" name="compliance-line-1">
            <a:extLst xmlns:a="http://schemas.openxmlformats.org/drawingml/2006/main">
              <a:ext uri="{FF2B5EF4-FFF2-40B4-BE49-F238E27FC236}">
                <a16:creationId xmlns:a16="http://schemas.microsoft.com/office/drawing/2014/main" id="{4871AAB1-2051-4D5E-BCB9-063944B20350}"/>
              </a:ext>
            </a:extLst>
          </p:cNvPr>
          <p:cNvSpPr>
            <a:spLocks xmlns:a="http://schemas.openxmlformats.org/drawingml/2006/main" noGrp="1"/>
          </p:cNvSpPr>
          <p:nvPr/>
        </p:nvSpPr>
        <p:spPr>
          <a:xfrm xmlns:a="http://schemas.openxmlformats.org/drawingml/2006/main">
            <a:off x="5867400" y="3371850"/>
            <a:ext cx="266700" cy="0"/>
          </a:xfrm>
          <a:prstGeom xmlns:a="http://schemas.openxmlformats.org/drawingml/2006/main" prst="line">
            <a:avLst/>
          </a:prstGeom>
          <a:noFill xmlns:a="http://schemas.openxmlformats.org/drawingml/2006/main"/>
          <a:ln xmlns:a="http://schemas.openxmlformats.org/drawingml/2006/main" w="28575">
            <a:solidFill>
              <a:srgbClr val="C99B2E"/>
            </a:solidFill>
            <a:prstDash val="solid"/>
          </a:ln>
        </p:spPr>
      </p:sp>
      <p:sp>
        <p:nvSpPr>
          <p:cNvPr id="18" name="compliance-panel-2">
            <a:extLst xmlns:a="http://schemas.openxmlformats.org/drawingml/2006/main">
              <a:ext uri="{FF2B5EF4-FFF2-40B4-BE49-F238E27FC236}">
                <a16:creationId xmlns:a16="http://schemas.microsoft.com/office/drawing/2014/main" id="{2B99E09F-035F-42B1-8342-48F2C8D54B12}"/>
              </a:ext>
            </a:extLst>
          </p:cNvPr>
          <p:cNvSpPr>
            <a:spLocks xmlns:a="http://schemas.openxmlformats.org/drawingml/2006/main" noGrp="1"/>
          </p:cNvSpPr>
          <p:nvPr/>
        </p:nvSpPr>
        <p:spPr>
          <a:xfrm xmlns:a="http://schemas.openxmlformats.org/drawingml/2006/main">
            <a:off x="6134100" y="2362200"/>
            <a:ext cx="2457450" cy="2057400"/>
          </a:xfrm>
          <a:prstGeom xmlns:a="http://schemas.openxmlformats.org/drawingml/2006/main" prst="rect">
            <a:avLst/>
          </a:prstGeom>
          <a:solidFill xmlns:a="http://schemas.openxmlformats.org/drawingml/2006/main">
            <a:srgbClr val="FCEBE3"/>
          </a:solidFill>
          <a:ln xmlns:a="http://schemas.openxmlformats.org/drawingml/2006/main" w="0">
            <a:solidFill>
              <a:srgbClr val="FCEBE3"/>
            </a:solidFill>
            <a:prstDash val="solid"/>
          </a:ln>
        </p:spPr>
      </p:sp>
      <p:sp>
        <p:nvSpPr>
          <p:cNvPr id="19" name="compliance-number-2">
            <a:extLst xmlns:a="http://schemas.openxmlformats.org/drawingml/2006/main">
              <a:ext uri="{FF2B5EF4-FFF2-40B4-BE49-F238E27FC236}">
                <a16:creationId xmlns:a16="http://schemas.microsoft.com/office/drawing/2014/main" id="{3A96744F-4FD1-4760-8133-B8E105D8C62B}"/>
              </a:ext>
            </a:extLst>
          </p:cNvPr>
          <p:cNvSpPr>
            <a:spLocks xmlns:a="http://schemas.openxmlformats.org/drawingml/2006/main" noGrp="1"/>
          </p:cNvSpPr>
          <p:nvPr/>
        </p:nvSpPr>
        <p:spPr>
          <a:xfrm xmlns:a="http://schemas.openxmlformats.org/drawingml/2006/main">
            <a:off x="6324600" y="25908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F27732"/>
                </a:solidFill>
                <a:latin typeface="LiberationSans"/>
                <a:ea typeface="LiberationSans"/>
                <a:cs typeface="LiberationSans"/>
              </a:defRPr>
            </a:pPr>
            <a:r>
              <a:rPr sz="1275" b="1" i="0">
                <a:solidFill>
                  <a:srgbClr val="F27732"/>
                </a:solidFill>
                <a:latin typeface="LiberationSans"/>
                <a:ea typeface="LiberationSans"/>
                <a:cs typeface="LiberationSans"/>
              </a:rPr>
              <a:t>03</a:t>
            </a:r>
          </a:p>
        </p:txBody>
      </p:sp>
      <p:sp>
        <p:nvSpPr>
          <p:cNvPr id="20" name="compliance-title-2">
            <a:extLst xmlns:a="http://schemas.openxmlformats.org/drawingml/2006/main">
              <a:ext uri="{FF2B5EF4-FFF2-40B4-BE49-F238E27FC236}">
                <a16:creationId xmlns:a16="http://schemas.microsoft.com/office/drawing/2014/main" id="{AA21CD5F-BD12-419E-B02D-A784DA7DA259}"/>
              </a:ext>
            </a:extLst>
          </p:cNvPr>
          <p:cNvSpPr>
            <a:spLocks xmlns:a="http://schemas.openxmlformats.org/drawingml/2006/main" noGrp="1"/>
          </p:cNvSpPr>
          <p:nvPr/>
        </p:nvSpPr>
        <p:spPr>
          <a:xfrm xmlns:a="http://schemas.openxmlformats.org/drawingml/2006/main">
            <a:off x="6324600" y="3086100"/>
            <a:ext cx="2076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i="0">
                <a:solidFill>
                  <a:srgbClr val="1C3854"/>
                </a:solidFill>
                <a:latin typeface="LiberationSans"/>
                <a:ea typeface="LiberationSans"/>
                <a:cs typeface="LiberationSans"/>
              </a:defRPr>
            </a:pPr>
            <a:r>
              <a:rPr sz="1725" b="1" i="0">
                <a:solidFill>
                  <a:srgbClr val="1C3854"/>
                </a:solidFill>
                <a:latin typeface="LiberationSans"/>
                <a:ea typeface="LiberationSans"/>
                <a:cs typeface="LiberationSans"/>
              </a:rPr>
              <a:t>Control</a:t>
            </a:r>
          </a:p>
        </p:txBody>
      </p:sp>
      <p:sp>
        <p:nvSpPr>
          <p:cNvPr id="21" name="compliance-description-2">
            <a:extLst xmlns:a="http://schemas.openxmlformats.org/drawingml/2006/main">
              <a:ext uri="{FF2B5EF4-FFF2-40B4-BE49-F238E27FC236}">
                <a16:creationId xmlns:a16="http://schemas.microsoft.com/office/drawing/2014/main" id="{2C6AE946-38D7-4E3E-890E-7E905EC18364}"/>
              </a:ext>
            </a:extLst>
          </p:cNvPr>
          <p:cNvSpPr>
            <a:spLocks xmlns:a="http://schemas.openxmlformats.org/drawingml/2006/main" noGrp="1"/>
          </p:cNvSpPr>
          <p:nvPr/>
        </p:nvSpPr>
        <p:spPr>
          <a:xfrm xmlns:a="http://schemas.openxmlformats.org/drawingml/2006/main">
            <a:off x="6324600" y="3638550"/>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 b="0" i="0">
                <a:solidFill>
                  <a:srgbClr val="292F35"/>
                </a:solidFill>
                <a:latin typeface="LiberationSans"/>
                <a:ea typeface="LiberationSans"/>
                <a:cs typeface="LiberationSans"/>
              </a:defRPr>
            </a:pPr>
            <a:r>
              <a:rPr sz="1425" b="0" i="0">
                <a:solidFill>
                  <a:srgbClr val="292F35"/>
                </a:solidFill>
                <a:latin typeface="LiberationSans"/>
                <a:ea typeface="LiberationSans"/>
                <a:cs typeface="LiberationSans"/>
              </a:rPr>
              <a:t>Qué hace el sistema o el equipo</a:t>
            </a:r>
          </a:p>
        </p:txBody>
      </p:sp>
      <p:sp>
        <p:nvSpPr>
          <p:cNvPr id="22" name="compliance-line-2">
            <a:extLst xmlns:a="http://schemas.openxmlformats.org/drawingml/2006/main">
              <a:ext uri="{FF2B5EF4-FFF2-40B4-BE49-F238E27FC236}">
                <a16:creationId xmlns:a16="http://schemas.microsoft.com/office/drawing/2014/main" id="{9A968D34-4400-4A1C-9F33-1404F5C7AEA6}"/>
              </a:ext>
            </a:extLst>
          </p:cNvPr>
          <p:cNvSpPr>
            <a:spLocks xmlns:a="http://schemas.openxmlformats.org/drawingml/2006/main" noGrp="1"/>
          </p:cNvSpPr>
          <p:nvPr/>
        </p:nvSpPr>
        <p:spPr>
          <a:xfrm xmlns:a="http://schemas.openxmlformats.org/drawingml/2006/main">
            <a:off x="8591550" y="3371850"/>
            <a:ext cx="266700" cy="0"/>
          </a:xfrm>
          <a:prstGeom xmlns:a="http://schemas.openxmlformats.org/drawingml/2006/main" prst="line">
            <a:avLst/>
          </a:prstGeom>
          <a:noFill xmlns:a="http://schemas.openxmlformats.org/drawingml/2006/main"/>
          <a:ln xmlns:a="http://schemas.openxmlformats.org/drawingml/2006/main" w="28575">
            <a:solidFill>
              <a:srgbClr val="C99B2E"/>
            </a:solidFill>
            <a:prstDash val="solid"/>
          </a:ln>
        </p:spPr>
      </p:sp>
      <p:sp>
        <p:nvSpPr>
          <p:cNvPr id="23" name="compliance-panel-3">
            <a:extLst xmlns:a="http://schemas.openxmlformats.org/drawingml/2006/main">
              <a:ext uri="{FF2B5EF4-FFF2-40B4-BE49-F238E27FC236}">
                <a16:creationId xmlns:a16="http://schemas.microsoft.com/office/drawing/2014/main" id="{7185D550-CE32-4E16-B1FB-1F02782B3442}"/>
              </a:ext>
            </a:extLst>
          </p:cNvPr>
          <p:cNvSpPr>
            <a:spLocks xmlns:a="http://schemas.openxmlformats.org/drawingml/2006/main" noGrp="1"/>
          </p:cNvSpPr>
          <p:nvPr/>
        </p:nvSpPr>
        <p:spPr>
          <a:xfrm xmlns:a="http://schemas.openxmlformats.org/drawingml/2006/main">
            <a:off x="8858250" y="2362200"/>
            <a:ext cx="2457450" cy="2057400"/>
          </a:xfrm>
          <a:prstGeom xmlns:a="http://schemas.openxmlformats.org/drawingml/2006/main" prst="rect">
            <a:avLst/>
          </a:prstGeom>
          <a:solidFill xmlns:a="http://schemas.openxmlformats.org/drawingml/2006/main">
            <a:srgbClr val="E7F1ED"/>
          </a:solidFill>
          <a:ln xmlns:a="http://schemas.openxmlformats.org/drawingml/2006/main" w="0">
            <a:solidFill>
              <a:srgbClr val="E7F1ED"/>
            </a:solidFill>
            <a:prstDash val="solid"/>
          </a:ln>
        </p:spPr>
      </p:sp>
      <p:sp>
        <p:nvSpPr>
          <p:cNvPr id="24" name="compliance-number-3">
            <a:extLst xmlns:a="http://schemas.openxmlformats.org/drawingml/2006/main">
              <a:ext uri="{FF2B5EF4-FFF2-40B4-BE49-F238E27FC236}">
                <a16:creationId xmlns:a16="http://schemas.microsoft.com/office/drawing/2014/main" id="{6EB0572B-E54F-4722-BDC1-20A05F10ADD7}"/>
              </a:ext>
            </a:extLst>
          </p:cNvPr>
          <p:cNvSpPr>
            <a:spLocks xmlns:a="http://schemas.openxmlformats.org/drawingml/2006/main" noGrp="1"/>
          </p:cNvSpPr>
          <p:nvPr/>
        </p:nvSpPr>
        <p:spPr>
          <a:xfrm xmlns:a="http://schemas.openxmlformats.org/drawingml/2006/main">
            <a:off x="9048750" y="25908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F27732"/>
                </a:solidFill>
                <a:latin typeface="LiberationSans"/>
                <a:ea typeface="LiberationSans"/>
                <a:cs typeface="LiberationSans"/>
              </a:defRPr>
            </a:pPr>
            <a:r>
              <a:rPr sz="1275" b="1" i="0">
                <a:solidFill>
                  <a:srgbClr val="F27732"/>
                </a:solidFill>
                <a:latin typeface="LiberationSans"/>
                <a:ea typeface="LiberationSans"/>
                <a:cs typeface="LiberationSans"/>
              </a:rPr>
              <a:t>04</a:t>
            </a:r>
          </a:p>
        </p:txBody>
      </p:sp>
      <p:sp>
        <p:nvSpPr>
          <p:cNvPr id="25" name="compliance-title-3">
            <a:extLst xmlns:a="http://schemas.openxmlformats.org/drawingml/2006/main">
              <a:ext uri="{FF2B5EF4-FFF2-40B4-BE49-F238E27FC236}">
                <a16:creationId xmlns:a16="http://schemas.microsoft.com/office/drawing/2014/main" id="{E416763C-FAED-4165-9F77-1DAC7EAB61E7}"/>
              </a:ext>
            </a:extLst>
          </p:cNvPr>
          <p:cNvSpPr>
            <a:spLocks xmlns:a="http://schemas.openxmlformats.org/drawingml/2006/main" noGrp="1"/>
          </p:cNvSpPr>
          <p:nvPr/>
        </p:nvSpPr>
        <p:spPr>
          <a:xfrm xmlns:a="http://schemas.openxmlformats.org/drawingml/2006/main">
            <a:off x="9048750" y="3086100"/>
            <a:ext cx="2076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i="0">
                <a:solidFill>
                  <a:srgbClr val="1C3854"/>
                </a:solidFill>
                <a:latin typeface="LiberationSans"/>
                <a:ea typeface="LiberationSans"/>
                <a:cs typeface="LiberationSans"/>
              </a:defRPr>
            </a:pPr>
            <a:r>
              <a:rPr sz="1725" b="1" i="0">
                <a:solidFill>
                  <a:srgbClr val="1C3854"/>
                </a:solidFill>
                <a:latin typeface="LiberationSans"/>
                <a:ea typeface="LiberationSans"/>
                <a:cs typeface="LiberationSans"/>
              </a:rPr>
              <a:t>Evidencia</a:t>
            </a:r>
          </a:p>
        </p:txBody>
      </p:sp>
      <p:sp>
        <p:nvSpPr>
          <p:cNvPr id="26" name="compliance-description-3">
            <a:extLst xmlns:a="http://schemas.openxmlformats.org/drawingml/2006/main">
              <a:ext uri="{FF2B5EF4-FFF2-40B4-BE49-F238E27FC236}">
                <a16:creationId xmlns:a16="http://schemas.microsoft.com/office/drawing/2014/main" id="{D12CF79C-6AAD-44F8-807C-4C15142C4577}"/>
              </a:ext>
            </a:extLst>
          </p:cNvPr>
          <p:cNvSpPr>
            <a:spLocks xmlns:a="http://schemas.openxmlformats.org/drawingml/2006/main" noGrp="1"/>
          </p:cNvSpPr>
          <p:nvPr/>
        </p:nvSpPr>
        <p:spPr>
          <a:xfrm xmlns:a="http://schemas.openxmlformats.org/drawingml/2006/main">
            <a:off x="9048750" y="3638550"/>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 b="0" i="0">
                <a:solidFill>
                  <a:srgbClr val="292F35"/>
                </a:solidFill>
                <a:latin typeface="LiberationSans"/>
                <a:ea typeface="LiberationSans"/>
                <a:cs typeface="LiberationSans"/>
              </a:defRPr>
            </a:pPr>
            <a:r>
              <a:rPr sz="1425" b="0" i="0">
                <a:solidFill>
                  <a:srgbClr val="292F35"/>
                </a:solidFill>
                <a:latin typeface="LiberationSans"/>
                <a:ea typeface="LiberationSans"/>
                <a:cs typeface="LiberationSans"/>
              </a:rPr>
              <a:t>Qué demuestra que se aplicó</a:t>
            </a:r>
          </a:p>
        </p:txBody>
      </p:sp>
      <p:sp>
        <p:nvSpPr>
          <p:cNvPr id="27" name="compliance-analogy">
            <a:extLst xmlns:a="http://schemas.openxmlformats.org/drawingml/2006/main">
              <a:ext uri="{FF2B5EF4-FFF2-40B4-BE49-F238E27FC236}">
                <a16:creationId xmlns:a16="http://schemas.microsoft.com/office/drawing/2014/main" id="{8396923C-D2DB-4C35-A74B-BC3A0621004E}"/>
              </a:ext>
            </a:extLst>
          </p:cNvPr>
          <p:cNvSpPr>
            <a:spLocks xmlns:a="http://schemas.openxmlformats.org/drawingml/2006/main" noGrp="1"/>
          </p:cNvSpPr>
          <p:nvPr/>
        </p:nvSpPr>
        <p:spPr>
          <a:xfrm xmlns:a="http://schemas.openxmlformats.org/drawingml/2006/main">
            <a:off x="685800" y="4933950"/>
            <a:ext cx="10820400" cy="1047750"/>
          </a:xfrm>
          <a:prstGeom xmlns:a="http://schemas.openxmlformats.org/drawingml/2006/main" prst="rect">
            <a:avLst/>
          </a:prstGeom>
          <a:solidFill xmlns:a="http://schemas.openxmlformats.org/drawingml/2006/main">
            <a:srgbClr val="18324C"/>
          </a:solidFill>
          <a:ln xmlns:a="http://schemas.openxmlformats.org/drawingml/2006/main" w="0">
            <a:solidFill>
              <a:srgbClr val="18324C"/>
            </a:solidFill>
            <a:prstDash val="solid"/>
          </a:ln>
        </p:spPr>
      </p:sp>
      <p:sp>
        <p:nvSpPr>
          <p:cNvPr id="28" name="compliance-analogy-title">
            <a:extLst xmlns:a="http://schemas.openxmlformats.org/drawingml/2006/main">
              <a:ext uri="{FF2B5EF4-FFF2-40B4-BE49-F238E27FC236}">
                <a16:creationId xmlns:a16="http://schemas.microsoft.com/office/drawing/2014/main" id="{7DA75DB3-5B55-44A8-9EC6-017D6CA6410B}"/>
              </a:ext>
            </a:extLst>
          </p:cNvPr>
          <p:cNvSpPr>
            <a:spLocks xmlns:a="http://schemas.openxmlformats.org/drawingml/2006/main" noGrp="1"/>
          </p:cNvSpPr>
          <p:nvPr/>
        </p:nvSpPr>
        <p:spPr>
          <a:xfrm xmlns:a="http://schemas.openxmlformats.org/drawingml/2006/main">
            <a:off x="971550" y="5181600"/>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i="0">
                <a:solidFill>
                  <a:srgbClr val="C99B2E"/>
                </a:solidFill>
                <a:latin typeface="LiberationSans"/>
                <a:ea typeface="LiberationSans"/>
                <a:cs typeface="LiberationSans"/>
              </a:defRPr>
            </a:pPr>
            <a:r>
              <a:rPr sz="1350" b="1" i="0">
                <a:solidFill>
                  <a:srgbClr val="C99B2E"/>
                </a:solidFill>
                <a:latin typeface="LiberationSans"/>
                <a:ea typeface="LiberationSans"/>
                <a:cs typeface="LiberationSans"/>
              </a:rPr>
              <a:t>Analogía</a:t>
            </a:r>
          </a:p>
        </p:txBody>
      </p:sp>
      <p:sp>
        <p:nvSpPr>
          <p:cNvPr id="29" name="compliance-analogy-body">
            <a:extLst xmlns:a="http://schemas.openxmlformats.org/drawingml/2006/main">
              <a:ext uri="{FF2B5EF4-FFF2-40B4-BE49-F238E27FC236}">
                <a16:creationId xmlns:a16="http://schemas.microsoft.com/office/drawing/2014/main" id="{B323DBC9-4BBC-4F56-AF73-0245722244E1}"/>
              </a:ext>
            </a:extLst>
          </p:cNvPr>
          <p:cNvSpPr>
            <a:spLocks xmlns:a="http://schemas.openxmlformats.org/drawingml/2006/main" noGrp="1"/>
          </p:cNvSpPr>
          <p:nvPr/>
        </p:nvSpPr>
        <p:spPr>
          <a:xfrm xmlns:a="http://schemas.openxmlformats.org/drawingml/2006/main">
            <a:off x="2266950" y="5143500"/>
            <a:ext cx="857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7229"/>
          </a:bodyPr>
          <a:lstStyle xmlns:a="http://schemas.openxmlformats.org/drawingml/2006/main"/>
          <a:p xmlns:a="http://schemas.openxmlformats.org/drawingml/2006/main">
            <a:pPr algn="l">
              <a:lnSpc>
                <a:spcPct val="103000"/>
              </a:lnSpc>
              <a:buNone/>
              <a:defRPr sz="1650" b="1" i="0">
                <a:solidFill>
                  <a:srgbClr val="FFFFFF"/>
                </a:solidFill>
                <a:latin typeface="LiberationSans"/>
                <a:ea typeface="LiberationSans"/>
                <a:cs typeface="LiberationSans"/>
              </a:defRPr>
            </a:pPr>
            <a:r>
              <a:rPr sz="1650" b="1" i="0">
                <a:solidFill>
                  <a:srgbClr val="FFFFFF"/>
                </a:solidFill>
                <a:latin typeface="LiberationSans"/>
                <a:ea typeface="LiberationSans"/>
                <a:cs typeface="LiberationSans"/>
              </a:rPr>
              <a:t>Como una regla de tránsito: existe una expectativa, hay controles visibles y una revisión comprueba que la práctica se cumple.</a:t>
            </a:r>
          </a:p>
        </p:txBody>
      </p:sp>
    </p:spTree>
    <p:extLst>
      <p:ext uri="{BB962C8B-B14F-4D97-AF65-F5344CB8AC3E}">
        <p14:creationId xmlns:p14="http://schemas.microsoft.com/office/powerpoint/2010/main" val="1350468789"/>
      </p:ext>
    </p:extLst>
  </p:cSld>
</p:sld>
</file>

<file path=ppt/slides/slide1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9" name="mini-case-kicker">
            <a:extLst xmlns:a="http://schemas.openxmlformats.org/drawingml/2006/main">
              <a:ext uri="{FF2B5EF4-FFF2-40B4-BE49-F238E27FC236}">
                <a16:creationId xmlns:a16="http://schemas.microsoft.com/office/drawing/2014/main" id="{72A97F91-37DF-45E2-9596-6A59F2B25B67}"/>
              </a:ext>
            </a:extLst>
          </p:cNvPr>
          <p:cNvSpPr>
            <a:spLocks xmlns:a="http://schemas.openxmlformats.org/drawingml/2006/main" noGrp="1"/>
          </p:cNvSpPr>
          <p:nvPr/>
        </p:nvSpPr>
        <p:spPr>
          <a:xfrm xmlns:a="http://schemas.openxmlformats.org/drawingml/2006/main">
            <a:off x="685800" y="4000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i="0">
                <a:solidFill>
                  <a:srgbClr val="C99B2E"/>
                </a:solidFill>
                <a:latin typeface="LiberationSans"/>
                <a:ea typeface="LiberationSans"/>
                <a:cs typeface="LiberationSans"/>
              </a:defRPr>
            </a:pPr>
            <a:r>
              <a:rPr sz="1125" b="1" i="0">
                <a:solidFill>
                  <a:srgbClr val="C99B2E"/>
                </a:solidFill>
                <a:latin typeface="LiberationSans"/>
                <a:ea typeface="LiberationSans"/>
                <a:cs typeface="LiberationSans"/>
              </a:rPr>
              <a:t>REPASO ACTIVO</a:t>
            </a:r>
          </a:p>
        </p:txBody>
      </p:sp>
      <p:sp>
        <p:nvSpPr>
          <p:cNvPr id="2" name="mini-case-title">
            <a:extLst xmlns:a="http://schemas.openxmlformats.org/drawingml/2006/main">
              <a:ext uri="{FF2B5EF4-FFF2-40B4-BE49-F238E27FC236}">
                <a16:creationId xmlns:a16="http://schemas.microsoft.com/office/drawing/2014/main" id="{C7540BCC-49BE-45AD-B09B-5A59269BB089}"/>
              </a:ext>
            </a:extLst>
          </p:cNvPr>
          <p:cNvSpPr>
            <a:spLocks xmlns:a="http://schemas.openxmlformats.org/drawingml/2006/main" noGrp="1"/>
          </p:cNvSpPr>
          <p:nvPr/>
        </p:nvSpPr>
        <p:spPr>
          <a:xfrm xmlns:a="http://schemas.openxmlformats.org/drawingml/2006/main">
            <a:off x="685800" y="685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150" b="1" i="0">
                <a:solidFill>
                  <a:srgbClr val="1C3854"/>
                </a:solidFill>
                <a:latin typeface="LiberationSans"/>
                <a:ea typeface="LiberationSans"/>
                <a:cs typeface="LiberationSans"/>
              </a:defRPr>
            </a:pPr>
            <a:r>
              <a:rPr sz="3150" b="1" i="0">
                <a:solidFill>
                  <a:srgbClr val="1C3854"/>
                </a:solidFill>
                <a:latin typeface="LiberationSans"/>
                <a:ea typeface="LiberationSans"/>
                <a:cs typeface="LiberationSans"/>
              </a:rPr>
              <a:t>Mini caso: del riesgo a la evidencia</a:t>
            </a:r>
          </a:p>
        </p:txBody>
      </p:sp>
      <p:sp>
        <p:nvSpPr>
          <p:cNvPr id="3" name="mini-case-rule">
            <a:extLst xmlns:a="http://schemas.openxmlformats.org/drawingml/2006/main">
              <a:ext uri="{FF2B5EF4-FFF2-40B4-BE49-F238E27FC236}">
                <a16:creationId xmlns:a16="http://schemas.microsoft.com/office/drawing/2014/main" id="{ACB24714-FA3D-4648-8FEF-716D1C83F6B1}"/>
              </a:ext>
            </a:extLst>
          </p:cNvPr>
          <p:cNvSpPr>
            <a:spLocks xmlns:a="http://schemas.openxmlformats.org/drawingml/2006/main" noGrp="1"/>
          </p:cNvSpPr>
          <p:nvPr/>
        </p:nvSpPr>
        <p:spPr>
          <a:xfrm xmlns:a="http://schemas.openxmlformats.org/drawingml/2006/main">
            <a:off x="685800" y="1323975"/>
            <a:ext cx="1104900" cy="47625"/>
          </a:xfrm>
          <a:prstGeom xmlns:a="http://schemas.openxmlformats.org/drawingml/2006/main" prst="rect">
            <a:avLst/>
          </a:prstGeom>
          <a:solidFill xmlns:a="http://schemas.openxmlformats.org/drawingml/2006/main">
            <a:srgbClr val="C99B2E"/>
          </a:solidFill>
          <a:ln xmlns:a="http://schemas.openxmlformats.org/drawingml/2006/main" w="0">
            <a:solidFill>
              <a:srgbClr val="C99B2E"/>
            </a:solidFill>
            <a:prstDash val="solid"/>
          </a:ln>
        </p:spPr>
      </p:sp>
      <p:sp>
        <p:nvSpPr>
          <p:cNvPr id="4" name="mini-case-subtitle">
            <a:extLst xmlns:a="http://schemas.openxmlformats.org/drawingml/2006/main">
              <a:ext uri="{FF2B5EF4-FFF2-40B4-BE49-F238E27FC236}">
                <a16:creationId xmlns:a16="http://schemas.microsoft.com/office/drawing/2014/main" id="{6DC71338-FBD2-48EA-9353-31E2FF3FCD48}"/>
              </a:ext>
            </a:extLst>
          </p:cNvPr>
          <p:cNvSpPr>
            <a:spLocks xmlns:a="http://schemas.openxmlformats.org/drawingml/2006/main" noGrp="1"/>
          </p:cNvSpPr>
          <p:nvPr/>
        </p:nvSpPr>
        <p:spPr>
          <a:xfrm xmlns:a="http://schemas.openxmlformats.org/drawingml/2006/main">
            <a:off x="685800" y="15049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68747F"/>
                </a:solidFill>
                <a:latin typeface="LiberationSans"/>
                <a:ea typeface="LiberationSans"/>
                <a:cs typeface="LiberationSans"/>
              </a:defRPr>
            </a:pPr>
            <a:r>
              <a:rPr sz="1500" b="0" i="0">
                <a:solidFill>
                  <a:srgbClr val="68747F"/>
                </a:solidFill>
                <a:latin typeface="LiberationSans"/>
                <a:ea typeface="LiberationSans"/>
                <a:cs typeface="LiberationSans"/>
              </a:rPr>
              <a:t>Lee la situación y relaciona cada pregunta con una decisión de seguridad.</a:t>
            </a:r>
          </a:p>
        </p:txBody>
      </p:sp>
      <p:sp>
        <p:nvSpPr>
          <p:cNvPr id="5" name="footer-band-17">
            <a:extLst xmlns:a="http://schemas.openxmlformats.org/drawingml/2006/main">
              <a:ext uri="{FF2B5EF4-FFF2-40B4-BE49-F238E27FC236}">
                <a16:creationId xmlns:a16="http://schemas.microsoft.com/office/drawing/2014/main" id="{171B86A4-3472-416E-AE5C-811CBEB87375}"/>
              </a:ext>
            </a:extLst>
          </p:cNvPr>
          <p:cNvSpPr>
            <a:spLocks xmlns:a="http://schemas.openxmlformats.org/drawingml/2006/main" noGrp="1"/>
          </p:cNvSpPr>
          <p:nvPr/>
        </p:nvSpPr>
        <p:spPr>
          <a:xfrm xmlns:a="http://schemas.openxmlformats.org/drawingml/2006/main">
            <a:off x="0" y="6705600"/>
            <a:ext cx="12192000" cy="152400"/>
          </a:xfrm>
          <a:prstGeom xmlns:a="http://schemas.openxmlformats.org/drawingml/2006/main" prst="rect">
            <a:avLst/>
          </a:prstGeom>
          <a:solidFill xmlns:a="http://schemas.openxmlformats.org/drawingml/2006/main">
            <a:srgbClr val="18324C"/>
          </a:solidFill>
          <a:ln xmlns:a="http://schemas.openxmlformats.org/drawingml/2006/main" w="0">
            <a:solidFill>
              <a:srgbClr val="18324C"/>
            </a:solidFill>
            <a:prstDash val="solid"/>
          </a:ln>
        </p:spPr>
      </p:sp>
      <p:sp>
        <p:nvSpPr>
          <p:cNvPr id="6" name="footer-label-17">
            <a:extLst xmlns:a="http://schemas.openxmlformats.org/drawingml/2006/main">
              <a:ext uri="{FF2B5EF4-FFF2-40B4-BE49-F238E27FC236}">
                <a16:creationId xmlns:a16="http://schemas.microsoft.com/office/drawing/2014/main" id="{4E6DD61C-6B3D-43C2-9E46-ACE07B3A8989}"/>
              </a:ext>
            </a:extLst>
          </p:cNvPr>
          <p:cNvSpPr>
            <a:spLocks xmlns:a="http://schemas.openxmlformats.org/drawingml/2006/main" noGrp="1"/>
          </p:cNvSpPr>
          <p:nvPr/>
        </p:nvSpPr>
        <p:spPr>
          <a:xfrm xmlns:a="http://schemas.openxmlformats.org/drawingml/2006/main">
            <a:off x="685800" y="64293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75" b="0" i="0">
                <a:solidFill>
                  <a:srgbClr val="68747F"/>
                </a:solidFill>
                <a:latin typeface="LiberationSans"/>
                <a:ea typeface="LiberationSans"/>
                <a:cs typeface="LiberationSans"/>
              </a:defRPr>
            </a:pPr>
            <a:r>
              <a:rPr sz="975" b="0" i="0">
                <a:solidFill>
                  <a:srgbClr val="68747F"/>
                </a:solidFill>
                <a:latin typeface="LiberationSans"/>
                <a:ea typeface="LiberationSans"/>
                <a:cs typeface="LiberationSans"/>
              </a:rPr>
              <a:t>ANÁLISIS Y DISEÑO DE SISTEMAS 2</a:t>
            </a:r>
          </a:p>
        </p:txBody>
      </p:sp>
      <p:sp>
        <p:nvSpPr>
          <p:cNvPr id="7" name="footer-number-17">
            <a:extLst xmlns:a="http://schemas.openxmlformats.org/drawingml/2006/main">
              <a:ext uri="{FF2B5EF4-FFF2-40B4-BE49-F238E27FC236}">
                <a16:creationId xmlns:a16="http://schemas.microsoft.com/office/drawing/2014/main" id="{32B35BBA-89C6-4715-800C-DFDD368161D4}"/>
              </a:ext>
            </a:extLst>
          </p:cNvPr>
          <p:cNvSpPr>
            <a:spLocks xmlns:a="http://schemas.openxmlformats.org/drawingml/2006/main" noGrp="1"/>
          </p:cNvSpPr>
          <p:nvPr/>
        </p:nvSpPr>
        <p:spPr>
          <a:xfrm xmlns:a="http://schemas.openxmlformats.org/drawingml/2006/main">
            <a:off x="11049000" y="642937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i="0">
                <a:solidFill>
                  <a:srgbClr val="1C3854"/>
                </a:solidFill>
                <a:latin typeface="LiberationSans"/>
                <a:ea typeface="LiberationSans"/>
                <a:cs typeface="LiberationSans"/>
              </a:defRPr>
            </a:pPr>
            <a:r>
              <a:rPr sz="1050" b="1" i="0">
                <a:solidFill>
                  <a:srgbClr val="1C3854"/>
                </a:solidFill>
                <a:latin typeface="LiberationSans"/>
                <a:ea typeface="LiberationSans"/>
                <a:cs typeface="LiberationSans"/>
              </a:rPr>
              <a:t>17</a:t>
            </a:r>
          </a:p>
        </p:txBody>
      </p:sp>
      <p:sp>
        <p:nvSpPr>
          <p:cNvPr id="8" name="mini-case-scenario">
            <a:extLst xmlns:a="http://schemas.openxmlformats.org/drawingml/2006/main">
              <a:ext uri="{FF2B5EF4-FFF2-40B4-BE49-F238E27FC236}">
                <a16:creationId xmlns:a16="http://schemas.microsoft.com/office/drawing/2014/main" id="{F04F0AA2-41A7-4687-9917-1B76943CF56E}"/>
              </a:ext>
            </a:extLst>
          </p:cNvPr>
          <p:cNvSpPr>
            <a:spLocks xmlns:a="http://schemas.openxmlformats.org/drawingml/2006/main" noGrp="1"/>
          </p:cNvSpPr>
          <p:nvPr/>
        </p:nvSpPr>
        <p:spPr>
          <a:xfrm xmlns:a="http://schemas.openxmlformats.org/drawingml/2006/main">
            <a:off x="685800" y="2038350"/>
            <a:ext cx="10820400" cy="742950"/>
          </a:xfrm>
          <a:prstGeom xmlns:a="http://schemas.openxmlformats.org/drawingml/2006/main" prst="rect">
            <a:avLst/>
          </a:prstGeom>
          <a:solidFill xmlns:a="http://schemas.openxmlformats.org/drawingml/2006/main">
            <a:srgbClr val="EAF3FA"/>
          </a:solidFill>
          <a:ln xmlns:a="http://schemas.openxmlformats.org/drawingml/2006/main" w="0">
            <a:solidFill>
              <a:srgbClr val="EAF3FA"/>
            </a:solidFill>
            <a:prstDash val="solid"/>
          </a:ln>
        </p:spPr>
      </p:sp>
      <p:sp>
        <p:nvSpPr>
          <p:cNvPr id="9" name="mini-case-scenario-text">
            <a:extLst xmlns:a="http://schemas.openxmlformats.org/drawingml/2006/main">
              <a:ext uri="{FF2B5EF4-FFF2-40B4-BE49-F238E27FC236}">
                <a16:creationId xmlns:a16="http://schemas.microsoft.com/office/drawing/2014/main" id="{C6879E40-04B7-4490-973A-C4B4A9140E09}"/>
              </a:ext>
            </a:extLst>
          </p:cNvPr>
          <p:cNvSpPr>
            <a:spLocks xmlns:a="http://schemas.openxmlformats.org/drawingml/2006/main" noGrp="1"/>
          </p:cNvSpPr>
          <p:nvPr/>
        </p:nvSpPr>
        <p:spPr>
          <a:xfrm xmlns:a="http://schemas.openxmlformats.org/drawingml/2006/main">
            <a:off x="952500" y="2266950"/>
            <a:ext cx="10210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128"/>
          </a:bodyPr>
          <a:lstStyle xmlns:a="http://schemas.openxmlformats.org/drawingml/2006/main"/>
          <a:p xmlns:a="http://schemas.openxmlformats.org/drawingml/2006/main">
            <a:pPr algn="ctr">
              <a:lnSpc>
                <a:spcPct val="108000"/>
              </a:lnSpc>
              <a:buNone/>
              <a:defRPr sz="1725" b="1" i="0">
                <a:solidFill>
                  <a:srgbClr val="1C3854"/>
                </a:solidFill>
                <a:latin typeface="LiberationSans"/>
                <a:ea typeface="LiberationSans"/>
                <a:cs typeface="LiberationSans"/>
              </a:defRPr>
            </a:pPr>
            <a:r>
              <a:rPr sz="1725" b="1" i="0">
                <a:solidFill>
                  <a:srgbClr val="1C3854"/>
                </a:solidFill>
                <a:latin typeface="LiberationSans"/>
                <a:ea typeface="LiberationSans"/>
                <a:cs typeface="LiberationSans"/>
              </a:rPr>
              <a:t>Un portal académico registra muchos intentos fallidos y una solicitud para consultar notas de otra cuenta.</a:t>
            </a:r>
          </a:p>
        </p:txBody>
      </p:sp>
      <p:sp>
        <p:nvSpPr>
          <p:cNvPr id="10" name="mini-case-row-0">
            <a:extLst xmlns:a="http://schemas.openxmlformats.org/drawingml/2006/main">
              <a:ext uri="{FF2B5EF4-FFF2-40B4-BE49-F238E27FC236}">
                <a16:creationId xmlns:a16="http://schemas.microsoft.com/office/drawing/2014/main" id="{A15FA71E-BDE9-43D8-866A-7E9D0ED93319}"/>
              </a:ext>
            </a:extLst>
          </p:cNvPr>
          <p:cNvSpPr>
            <a:spLocks xmlns:a="http://schemas.openxmlformats.org/drawingml/2006/main" noGrp="1"/>
          </p:cNvSpPr>
          <p:nvPr/>
        </p:nvSpPr>
        <p:spPr>
          <a:xfrm xmlns:a="http://schemas.openxmlformats.org/drawingml/2006/main">
            <a:off x="685800" y="3162300"/>
            <a:ext cx="7962900" cy="476250"/>
          </a:xfrm>
          <a:prstGeom xmlns:a="http://schemas.openxmlformats.org/drawingml/2006/main" prst="rect">
            <a:avLst/>
          </a:prstGeom>
          <a:solidFill xmlns:a="http://schemas.openxmlformats.org/drawingml/2006/main">
            <a:srgbClr val="EAF3FA"/>
          </a:solidFill>
          <a:ln xmlns:a="http://schemas.openxmlformats.org/drawingml/2006/main" w="0">
            <a:solidFill>
              <a:srgbClr val="EAF3FA"/>
            </a:solidFill>
            <a:prstDash val="solid"/>
          </a:ln>
        </p:spPr>
      </p:sp>
      <p:sp>
        <p:nvSpPr>
          <p:cNvPr id="11" name="mini-case-letter-0">
            <a:extLst xmlns:a="http://schemas.openxmlformats.org/drawingml/2006/main">
              <a:ext uri="{FF2B5EF4-FFF2-40B4-BE49-F238E27FC236}">
                <a16:creationId xmlns:a16="http://schemas.microsoft.com/office/drawing/2014/main" id="{235B16BE-6321-487C-A450-202783D1B9BC}"/>
              </a:ext>
            </a:extLst>
          </p:cNvPr>
          <p:cNvSpPr>
            <a:spLocks xmlns:a="http://schemas.openxmlformats.org/drawingml/2006/main" noGrp="1"/>
          </p:cNvSpPr>
          <p:nvPr/>
        </p:nvSpPr>
        <p:spPr>
          <a:xfrm xmlns:a="http://schemas.openxmlformats.org/drawingml/2006/main">
            <a:off x="895350" y="328612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1" i="0">
                <a:solidFill>
                  <a:srgbClr val="F27732"/>
                </a:solidFill>
                <a:latin typeface="LiberationSans"/>
                <a:ea typeface="LiberationSans"/>
                <a:cs typeface="LiberationSans"/>
              </a:defRPr>
            </a:pPr>
            <a:r>
              <a:rPr sz="1425" b="1" i="0">
                <a:solidFill>
                  <a:srgbClr val="F27732"/>
                </a:solidFill>
                <a:latin typeface="LiberationSans"/>
                <a:ea typeface="LiberationSans"/>
                <a:cs typeface="LiberationSans"/>
              </a:rPr>
              <a:t>A</a:t>
            </a:r>
          </a:p>
        </p:txBody>
      </p:sp>
      <p:sp>
        <p:nvSpPr>
          <p:cNvPr id="12" name="mini-case-question-0">
            <a:extLst xmlns:a="http://schemas.openxmlformats.org/drawingml/2006/main">
              <a:ext uri="{FF2B5EF4-FFF2-40B4-BE49-F238E27FC236}">
                <a16:creationId xmlns:a16="http://schemas.microsoft.com/office/drawing/2014/main" id="{22DFA76E-98E9-41B0-8A70-9EBDE1350E83}"/>
              </a:ext>
            </a:extLst>
          </p:cNvPr>
          <p:cNvSpPr>
            <a:spLocks xmlns:a="http://schemas.openxmlformats.org/drawingml/2006/main" noGrp="1"/>
          </p:cNvSpPr>
          <p:nvPr/>
        </p:nvSpPr>
        <p:spPr>
          <a:xfrm xmlns:a="http://schemas.openxmlformats.org/drawingml/2006/main">
            <a:off x="1390650" y="32670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92F35"/>
                </a:solidFill>
                <a:latin typeface="LiberationSans"/>
                <a:ea typeface="LiberationSans"/>
                <a:cs typeface="LiberationSans"/>
              </a:defRPr>
            </a:pPr>
            <a:r>
              <a:rPr sz="1350" b="1" i="0">
                <a:solidFill>
                  <a:srgbClr val="292F35"/>
                </a:solidFill>
                <a:latin typeface="LiberationSans"/>
                <a:ea typeface="LiberationSans"/>
                <a:cs typeface="LiberationSans"/>
              </a:rPr>
              <a:t>¿Qué riesgo aparece?</a:t>
            </a:r>
          </a:p>
        </p:txBody>
      </p:sp>
      <p:sp>
        <p:nvSpPr>
          <p:cNvPr id="13" name="mini-case-answer-0">
            <a:extLst xmlns:a="http://schemas.openxmlformats.org/drawingml/2006/main">
              <a:ext uri="{FF2B5EF4-FFF2-40B4-BE49-F238E27FC236}">
                <a16:creationId xmlns:a16="http://schemas.microsoft.com/office/drawing/2014/main" id="{AEE05DE7-8FC5-4775-B9C7-CB8BE8D07591}"/>
              </a:ext>
            </a:extLst>
          </p:cNvPr>
          <p:cNvSpPr>
            <a:spLocks xmlns:a="http://schemas.openxmlformats.org/drawingml/2006/main" noGrp="1"/>
          </p:cNvSpPr>
          <p:nvPr/>
        </p:nvSpPr>
        <p:spPr>
          <a:xfrm xmlns:a="http://schemas.openxmlformats.org/drawingml/2006/main">
            <a:off x="4762500" y="3267075"/>
            <a:ext cx="3086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275" b="1" i="0">
                <a:solidFill>
                  <a:srgbClr val="1C3854"/>
                </a:solidFill>
                <a:latin typeface="LiberationSans"/>
                <a:ea typeface="LiberationSans"/>
                <a:cs typeface="LiberationSans"/>
              </a:defRPr>
            </a:pPr>
            <a:r>
              <a:rPr sz="1275" b="1" i="0">
                <a:solidFill>
                  <a:srgbClr val="1C3854"/>
                </a:solidFill>
                <a:latin typeface="LiberationSans"/>
                <a:ea typeface="LiberationSans"/>
                <a:cs typeface="LiberationSans"/>
              </a:rPr>
              <a:t>Acceso no autorizado</a:t>
            </a:r>
          </a:p>
        </p:txBody>
      </p:sp>
      <p:sp>
        <p:nvSpPr>
          <p:cNvPr id="14" name="mini-case-row-1">
            <a:extLst xmlns:a="http://schemas.openxmlformats.org/drawingml/2006/main">
              <a:ext uri="{FF2B5EF4-FFF2-40B4-BE49-F238E27FC236}">
                <a16:creationId xmlns:a16="http://schemas.microsoft.com/office/drawing/2014/main" id="{A9723A96-EEEA-47AE-8457-AD1E1C024B43}"/>
              </a:ext>
            </a:extLst>
          </p:cNvPr>
          <p:cNvSpPr>
            <a:spLocks xmlns:a="http://schemas.openxmlformats.org/drawingml/2006/main" noGrp="1"/>
          </p:cNvSpPr>
          <p:nvPr/>
        </p:nvSpPr>
        <p:spPr>
          <a:xfrm xmlns:a="http://schemas.openxmlformats.org/drawingml/2006/main">
            <a:off x="685800" y="3800475"/>
            <a:ext cx="7962900" cy="476250"/>
          </a:xfrm>
          <a:prstGeom xmlns:a="http://schemas.openxmlformats.org/drawingml/2006/main" prst="rect">
            <a:avLst/>
          </a:prstGeom>
          <a:solidFill xmlns:a="http://schemas.openxmlformats.org/drawingml/2006/main">
            <a:srgbClr val="F8F1E2"/>
          </a:solidFill>
          <a:ln xmlns:a="http://schemas.openxmlformats.org/drawingml/2006/main" w="0">
            <a:solidFill>
              <a:srgbClr val="F8F1E2"/>
            </a:solidFill>
            <a:prstDash val="solid"/>
          </a:ln>
        </p:spPr>
      </p:sp>
      <p:sp>
        <p:nvSpPr>
          <p:cNvPr id="15" name="mini-case-letter-1">
            <a:extLst xmlns:a="http://schemas.openxmlformats.org/drawingml/2006/main">
              <a:ext uri="{FF2B5EF4-FFF2-40B4-BE49-F238E27FC236}">
                <a16:creationId xmlns:a16="http://schemas.microsoft.com/office/drawing/2014/main" id="{FA77E996-8845-4E22-90FD-C53E5DB4B35D}"/>
              </a:ext>
            </a:extLst>
          </p:cNvPr>
          <p:cNvSpPr>
            <a:spLocks xmlns:a="http://schemas.openxmlformats.org/drawingml/2006/main" noGrp="1"/>
          </p:cNvSpPr>
          <p:nvPr/>
        </p:nvSpPr>
        <p:spPr>
          <a:xfrm xmlns:a="http://schemas.openxmlformats.org/drawingml/2006/main">
            <a:off x="895350" y="3924300"/>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1" i="0">
                <a:solidFill>
                  <a:srgbClr val="F27732"/>
                </a:solidFill>
                <a:latin typeface="LiberationSans"/>
                <a:ea typeface="LiberationSans"/>
                <a:cs typeface="LiberationSans"/>
              </a:defRPr>
            </a:pPr>
            <a:r>
              <a:rPr sz="1425" b="1" i="0">
                <a:solidFill>
                  <a:srgbClr val="F27732"/>
                </a:solidFill>
                <a:latin typeface="LiberationSans"/>
                <a:ea typeface="LiberationSans"/>
                <a:cs typeface="LiberationSans"/>
              </a:rPr>
              <a:t>B</a:t>
            </a:r>
          </a:p>
        </p:txBody>
      </p:sp>
      <p:sp>
        <p:nvSpPr>
          <p:cNvPr id="16" name="mini-case-question-1">
            <a:extLst xmlns:a="http://schemas.openxmlformats.org/drawingml/2006/main">
              <a:ext uri="{FF2B5EF4-FFF2-40B4-BE49-F238E27FC236}">
                <a16:creationId xmlns:a16="http://schemas.microsoft.com/office/drawing/2014/main" id="{41359FD2-4AF7-400D-B49A-4F1A86167B8F}"/>
              </a:ext>
            </a:extLst>
          </p:cNvPr>
          <p:cNvSpPr>
            <a:spLocks xmlns:a="http://schemas.openxmlformats.org/drawingml/2006/main" noGrp="1"/>
          </p:cNvSpPr>
          <p:nvPr/>
        </p:nvSpPr>
        <p:spPr>
          <a:xfrm xmlns:a="http://schemas.openxmlformats.org/drawingml/2006/main">
            <a:off x="1390650" y="390525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92F35"/>
                </a:solidFill>
                <a:latin typeface="LiberationSans"/>
                <a:ea typeface="LiberationSans"/>
                <a:cs typeface="LiberationSans"/>
              </a:defRPr>
            </a:pPr>
            <a:r>
              <a:rPr sz="1350" b="1" i="0">
                <a:solidFill>
                  <a:srgbClr val="292F35"/>
                </a:solidFill>
                <a:latin typeface="LiberationSans"/>
                <a:ea typeface="LiberationSans"/>
                <a:cs typeface="LiberationSans"/>
              </a:rPr>
              <a:t>¿Qué control aplica?</a:t>
            </a:r>
          </a:p>
        </p:txBody>
      </p:sp>
      <p:sp>
        <p:nvSpPr>
          <p:cNvPr id="17" name="mini-case-answer-1">
            <a:extLst xmlns:a="http://schemas.openxmlformats.org/drawingml/2006/main">
              <a:ext uri="{FF2B5EF4-FFF2-40B4-BE49-F238E27FC236}">
                <a16:creationId xmlns:a16="http://schemas.microsoft.com/office/drawing/2014/main" id="{501F0416-A422-465D-83F6-F04C9C296AAE}"/>
              </a:ext>
            </a:extLst>
          </p:cNvPr>
          <p:cNvSpPr>
            <a:spLocks xmlns:a="http://schemas.openxmlformats.org/drawingml/2006/main" noGrp="1"/>
          </p:cNvSpPr>
          <p:nvPr/>
        </p:nvSpPr>
        <p:spPr>
          <a:xfrm xmlns:a="http://schemas.openxmlformats.org/drawingml/2006/main">
            <a:off x="4762500" y="3905250"/>
            <a:ext cx="3086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415"/>
          </a:bodyPr>
          <a:lstStyle xmlns:a="http://schemas.openxmlformats.org/drawingml/2006/main"/>
          <a:p xmlns:a="http://schemas.openxmlformats.org/drawingml/2006/main">
            <a:pPr algn="r">
              <a:lnSpc>
                <a:spcPct val="108000"/>
              </a:lnSpc>
              <a:buNone/>
              <a:defRPr sz="1275" b="1" i="0">
                <a:solidFill>
                  <a:srgbClr val="1C3854"/>
                </a:solidFill>
                <a:latin typeface="LiberationSans"/>
                <a:ea typeface="LiberationSans"/>
                <a:cs typeface="LiberationSans"/>
              </a:defRPr>
            </a:pPr>
            <a:r>
              <a:rPr sz="1275" b="1" i="0">
                <a:solidFill>
                  <a:srgbClr val="1C3854"/>
                </a:solidFill>
                <a:latin typeface="LiberationSans"/>
                <a:ea typeface="LiberationSans"/>
                <a:cs typeface="LiberationSans"/>
              </a:rPr>
              <a:t>Límite de intentos y autorización por recurso</a:t>
            </a:r>
          </a:p>
        </p:txBody>
      </p:sp>
      <p:sp>
        <p:nvSpPr>
          <p:cNvPr id="18" name="mini-case-row-2">
            <a:extLst xmlns:a="http://schemas.openxmlformats.org/drawingml/2006/main">
              <a:ext uri="{FF2B5EF4-FFF2-40B4-BE49-F238E27FC236}">
                <a16:creationId xmlns:a16="http://schemas.microsoft.com/office/drawing/2014/main" id="{AF85152D-8782-4056-B1AA-A5A13A1F707B}"/>
              </a:ext>
            </a:extLst>
          </p:cNvPr>
          <p:cNvSpPr>
            <a:spLocks xmlns:a="http://schemas.openxmlformats.org/drawingml/2006/main" noGrp="1"/>
          </p:cNvSpPr>
          <p:nvPr/>
        </p:nvSpPr>
        <p:spPr>
          <a:xfrm xmlns:a="http://schemas.openxmlformats.org/drawingml/2006/main">
            <a:off x="685800" y="4438650"/>
            <a:ext cx="7962900" cy="476250"/>
          </a:xfrm>
          <a:prstGeom xmlns:a="http://schemas.openxmlformats.org/drawingml/2006/main" prst="rect">
            <a:avLst/>
          </a:prstGeom>
          <a:solidFill xmlns:a="http://schemas.openxmlformats.org/drawingml/2006/main">
            <a:srgbClr val="FCEBE3"/>
          </a:solidFill>
          <a:ln xmlns:a="http://schemas.openxmlformats.org/drawingml/2006/main" w="0">
            <a:solidFill>
              <a:srgbClr val="FCEBE3"/>
            </a:solidFill>
            <a:prstDash val="solid"/>
          </a:ln>
        </p:spPr>
      </p:sp>
      <p:sp>
        <p:nvSpPr>
          <p:cNvPr id="19" name="mini-case-letter-2">
            <a:extLst xmlns:a="http://schemas.openxmlformats.org/drawingml/2006/main">
              <a:ext uri="{FF2B5EF4-FFF2-40B4-BE49-F238E27FC236}">
                <a16:creationId xmlns:a16="http://schemas.microsoft.com/office/drawing/2014/main" id="{F6F75576-2ED5-4BCF-AA44-D5826F664D40}"/>
              </a:ext>
            </a:extLst>
          </p:cNvPr>
          <p:cNvSpPr>
            <a:spLocks xmlns:a="http://schemas.openxmlformats.org/drawingml/2006/main" noGrp="1"/>
          </p:cNvSpPr>
          <p:nvPr/>
        </p:nvSpPr>
        <p:spPr>
          <a:xfrm xmlns:a="http://schemas.openxmlformats.org/drawingml/2006/main">
            <a:off x="895350" y="456247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1" i="0">
                <a:solidFill>
                  <a:srgbClr val="F27732"/>
                </a:solidFill>
                <a:latin typeface="LiberationSans"/>
                <a:ea typeface="LiberationSans"/>
                <a:cs typeface="LiberationSans"/>
              </a:defRPr>
            </a:pPr>
            <a:r>
              <a:rPr sz="1425" b="1" i="0">
                <a:solidFill>
                  <a:srgbClr val="F27732"/>
                </a:solidFill>
                <a:latin typeface="LiberationSans"/>
                <a:ea typeface="LiberationSans"/>
                <a:cs typeface="LiberationSans"/>
              </a:rPr>
              <a:t>C</a:t>
            </a:r>
          </a:p>
        </p:txBody>
      </p:sp>
      <p:sp>
        <p:nvSpPr>
          <p:cNvPr id="20" name="mini-case-question-2">
            <a:extLst xmlns:a="http://schemas.openxmlformats.org/drawingml/2006/main">
              <a:ext uri="{FF2B5EF4-FFF2-40B4-BE49-F238E27FC236}">
                <a16:creationId xmlns:a16="http://schemas.microsoft.com/office/drawing/2014/main" id="{30732729-A637-4E00-952F-4F778BA47926}"/>
              </a:ext>
            </a:extLst>
          </p:cNvPr>
          <p:cNvSpPr>
            <a:spLocks xmlns:a="http://schemas.openxmlformats.org/drawingml/2006/main" noGrp="1"/>
          </p:cNvSpPr>
          <p:nvPr/>
        </p:nvSpPr>
        <p:spPr>
          <a:xfrm xmlns:a="http://schemas.openxmlformats.org/drawingml/2006/main">
            <a:off x="1390650" y="454342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92F35"/>
                </a:solidFill>
                <a:latin typeface="LiberationSans"/>
                <a:ea typeface="LiberationSans"/>
                <a:cs typeface="LiberationSans"/>
              </a:defRPr>
            </a:pPr>
            <a:r>
              <a:rPr sz="1350" b="1" i="0">
                <a:solidFill>
                  <a:srgbClr val="292F35"/>
                </a:solidFill>
                <a:latin typeface="LiberationSans"/>
                <a:ea typeface="LiberationSans"/>
                <a:cs typeface="LiberationSans"/>
              </a:rPr>
              <a:t>¿Qué evidencia buscamos?</a:t>
            </a:r>
          </a:p>
        </p:txBody>
      </p:sp>
      <p:sp>
        <p:nvSpPr>
          <p:cNvPr id="21" name="mini-case-answer-2">
            <a:extLst xmlns:a="http://schemas.openxmlformats.org/drawingml/2006/main">
              <a:ext uri="{FF2B5EF4-FFF2-40B4-BE49-F238E27FC236}">
                <a16:creationId xmlns:a16="http://schemas.microsoft.com/office/drawing/2014/main" id="{E86DF7BF-FB54-4AF1-81CD-4247B5666E7C}"/>
              </a:ext>
            </a:extLst>
          </p:cNvPr>
          <p:cNvSpPr>
            <a:spLocks xmlns:a="http://schemas.openxmlformats.org/drawingml/2006/main" noGrp="1"/>
          </p:cNvSpPr>
          <p:nvPr/>
        </p:nvSpPr>
        <p:spPr>
          <a:xfrm xmlns:a="http://schemas.openxmlformats.org/drawingml/2006/main">
            <a:off x="4762500" y="4543425"/>
            <a:ext cx="3086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275" b="1" i="0">
                <a:solidFill>
                  <a:srgbClr val="1C3854"/>
                </a:solidFill>
                <a:latin typeface="LiberationSans"/>
                <a:ea typeface="LiberationSans"/>
                <a:cs typeface="LiberationSans"/>
              </a:defRPr>
            </a:pPr>
            <a:r>
              <a:rPr sz="1275" b="1" i="0">
                <a:solidFill>
                  <a:srgbClr val="1C3854"/>
                </a:solidFill>
                <a:latin typeface="LiberationSans"/>
                <a:ea typeface="LiberationSans"/>
                <a:cs typeface="LiberationSans"/>
              </a:rPr>
              <a:t>Alerta, rechazo y registro de auditoría</a:t>
            </a:r>
          </a:p>
        </p:txBody>
      </p:sp>
      <p:sp>
        <p:nvSpPr>
          <p:cNvPr id="22" name="mini-case-row-3">
            <a:extLst xmlns:a="http://schemas.openxmlformats.org/drawingml/2006/main">
              <a:ext uri="{FF2B5EF4-FFF2-40B4-BE49-F238E27FC236}">
                <a16:creationId xmlns:a16="http://schemas.microsoft.com/office/drawing/2014/main" id="{BFA4270C-9F0F-4A49-BA17-38448A6252D8}"/>
              </a:ext>
            </a:extLst>
          </p:cNvPr>
          <p:cNvSpPr>
            <a:spLocks xmlns:a="http://schemas.openxmlformats.org/drawingml/2006/main" noGrp="1"/>
          </p:cNvSpPr>
          <p:nvPr/>
        </p:nvSpPr>
        <p:spPr>
          <a:xfrm xmlns:a="http://schemas.openxmlformats.org/drawingml/2006/main">
            <a:off x="685800" y="5076825"/>
            <a:ext cx="7962900" cy="476250"/>
          </a:xfrm>
          <a:prstGeom xmlns:a="http://schemas.openxmlformats.org/drawingml/2006/main" prst="rect">
            <a:avLst/>
          </a:prstGeom>
          <a:solidFill xmlns:a="http://schemas.openxmlformats.org/drawingml/2006/main">
            <a:srgbClr val="E7F1ED"/>
          </a:solidFill>
          <a:ln xmlns:a="http://schemas.openxmlformats.org/drawingml/2006/main" w="0">
            <a:solidFill>
              <a:srgbClr val="E7F1ED"/>
            </a:solidFill>
            <a:prstDash val="solid"/>
          </a:ln>
        </p:spPr>
      </p:sp>
      <p:sp>
        <p:nvSpPr>
          <p:cNvPr id="23" name="mini-case-letter-3">
            <a:extLst xmlns:a="http://schemas.openxmlformats.org/drawingml/2006/main">
              <a:ext uri="{FF2B5EF4-FFF2-40B4-BE49-F238E27FC236}">
                <a16:creationId xmlns:a16="http://schemas.microsoft.com/office/drawing/2014/main" id="{89C7081F-3AF4-48FE-8BF0-CC4527C114E1}"/>
              </a:ext>
            </a:extLst>
          </p:cNvPr>
          <p:cNvSpPr>
            <a:spLocks xmlns:a="http://schemas.openxmlformats.org/drawingml/2006/main" noGrp="1"/>
          </p:cNvSpPr>
          <p:nvPr/>
        </p:nvSpPr>
        <p:spPr>
          <a:xfrm xmlns:a="http://schemas.openxmlformats.org/drawingml/2006/main">
            <a:off x="895350" y="5200650"/>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1" i="0">
                <a:solidFill>
                  <a:srgbClr val="F27732"/>
                </a:solidFill>
                <a:latin typeface="LiberationSans"/>
                <a:ea typeface="LiberationSans"/>
                <a:cs typeface="LiberationSans"/>
              </a:defRPr>
            </a:pPr>
            <a:r>
              <a:rPr sz="1425" b="1" i="0">
                <a:solidFill>
                  <a:srgbClr val="F27732"/>
                </a:solidFill>
                <a:latin typeface="LiberationSans"/>
                <a:ea typeface="LiberationSans"/>
                <a:cs typeface="LiberationSans"/>
              </a:rPr>
              <a:t>D</a:t>
            </a:r>
          </a:p>
        </p:txBody>
      </p:sp>
      <p:sp>
        <p:nvSpPr>
          <p:cNvPr id="24" name="mini-case-question-3">
            <a:extLst xmlns:a="http://schemas.openxmlformats.org/drawingml/2006/main">
              <a:ext uri="{FF2B5EF4-FFF2-40B4-BE49-F238E27FC236}">
                <a16:creationId xmlns:a16="http://schemas.microsoft.com/office/drawing/2014/main" id="{AB2782E5-0658-4CAD-817C-BB93FF857CD1}"/>
              </a:ext>
            </a:extLst>
          </p:cNvPr>
          <p:cNvSpPr>
            <a:spLocks xmlns:a="http://schemas.openxmlformats.org/drawingml/2006/main" noGrp="1"/>
          </p:cNvSpPr>
          <p:nvPr/>
        </p:nvSpPr>
        <p:spPr>
          <a:xfrm xmlns:a="http://schemas.openxmlformats.org/drawingml/2006/main">
            <a:off x="1390650" y="51816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92F35"/>
                </a:solidFill>
                <a:latin typeface="LiberationSans"/>
                <a:ea typeface="LiberationSans"/>
                <a:cs typeface="LiberationSans"/>
              </a:defRPr>
            </a:pPr>
            <a:r>
              <a:rPr sz="1350" b="1" i="0">
                <a:solidFill>
                  <a:srgbClr val="292F35"/>
                </a:solidFill>
                <a:latin typeface="LiberationSans"/>
                <a:ea typeface="LiberationSans"/>
                <a:cs typeface="LiberationSans"/>
              </a:rPr>
              <a:t>¿Qué prueba repetimos?</a:t>
            </a:r>
          </a:p>
        </p:txBody>
      </p:sp>
      <p:sp>
        <p:nvSpPr>
          <p:cNvPr id="25" name="mini-case-answer-3">
            <a:extLst xmlns:a="http://schemas.openxmlformats.org/drawingml/2006/main">
              <a:ext uri="{FF2B5EF4-FFF2-40B4-BE49-F238E27FC236}">
                <a16:creationId xmlns:a16="http://schemas.microsoft.com/office/drawing/2014/main" id="{204DBE43-868E-459F-B6EC-EFAF0EF9D26E}"/>
              </a:ext>
            </a:extLst>
          </p:cNvPr>
          <p:cNvSpPr>
            <a:spLocks xmlns:a="http://schemas.openxmlformats.org/drawingml/2006/main" noGrp="1"/>
          </p:cNvSpPr>
          <p:nvPr/>
        </p:nvSpPr>
        <p:spPr>
          <a:xfrm xmlns:a="http://schemas.openxmlformats.org/drawingml/2006/main">
            <a:off x="4762500" y="5181600"/>
            <a:ext cx="3086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521"/>
          </a:bodyPr>
          <a:lstStyle xmlns:a="http://schemas.openxmlformats.org/drawingml/2006/main"/>
          <a:p xmlns:a="http://schemas.openxmlformats.org/drawingml/2006/main">
            <a:pPr algn="r">
              <a:lnSpc>
                <a:spcPct val="108000"/>
              </a:lnSpc>
              <a:buNone/>
              <a:defRPr sz="1275" b="1" i="0">
                <a:solidFill>
                  <a:srgbClr val="1C3854"/>
                </a:solidFill>
                <a:latin typeface="LiberationSans"/>
                <a:ea typeface="LiberationSans"/>
                <a:cs typeface="LiberationSans"/>
              </a:defRPr>
            </a:pPr>
            <a:r>
              <a:rPr sz="1275" b="1" i="0">
                <a:solidFill>
                  <a:srgbClr val="1C3854"/>
                </a:solidFill>
                <a:latin typeface="LiberationSans"/>
                <a:ea typeface="LiberationSans"/>
                <a:cs typeface="LiberationSans"/>
              </a:rPr>
              <a:t>Superar intentos y solicitar datos ajenos</a:t>
            </a:r>
          </a:p>
        </p:txBody>
      </p:sp>
      <p:sp>
        <p:nvSpPr>
          <p:cNvPr id="26" name="mini-case-hint">
            <a:extLst xmlns:a="http://schemas.openxmlformats.org/drawingml/2006/main">
              <a:ext uri="{FF2B5EF4-FFF2-40B4-BE49-F238E27FC236}">
                <a16:creationId xmlns:a16="http://schemas.microsoft.com/office/drawing/2014/main" id="{894BFAA5-4E8C-4440-BC89-D3BF6F0DADC7}"/>
              </a:ext>
            </a:extLst>
          </p:cNvPr>
          <p:cNvSpPr>
            <a:spLocks xmlns:a="http://schemas.openxmlformats.org/drawingml/2006/main" noGrp="1"/>
          </p:cNvSpPr>
          <p:nvPr/>
        </p:nvSpPr>
        <p:spPr>
          <a:xfrm xmlns:a="http://schemas.openxmlformats.org/drawingml/2006/main">
            <a:off x="9334500" y="3162300"/>
            <a:ext cx="2171700" cy="2381250"/>
          </a:xfrm>
          <a:prstGeom xmlns:a="http://schemas.openxmlformats.org/drawingml/2006/main" prst="rect">
            <a:avLst/>
          </a:prstGeom>
          <a:solidFill xmlns:a="http://schemas.openxmlformats.org/drawingml/2006/main">
            <a:srgbClr val="18324C"/>
          </a:solidFill>
          <a:ln xmlns:a="http://schemas.openxmlformats.org/drawingml/2006/main" w="0">
            <a:solidFill>
              <a:srgbClr val="18324C"/>
            </a:solidFill>
            <a:prstDash val="solid"/>
          </a:ln>
        </p:spPr>
      </p:sp>
      <p:sp>
        <p:nvSpPr>
          <p:cNvPr id="27" name="mini-case-hint-title">
            <a:extLst xmlns:a="http://schemas.openxmlformats.org/drawingml/2006/main">
              <a:ext uri="{FF2B5EF4-FFF2-40B4-BE49-F238E27FC236}">
                <a16:creationId xmlns:a16="http://schemas.microsoft.com/office/drawing/2014/main" id="{F7DE7939-7374-4F43-A1E6-321CEBBB7457}"/>
              </a:ext>
            </a:extLst>
          </p:cNvPr>
          <p:cNvSpPr>
            <a:spLocks xmlns:a="http://schemas.openxmlformats.org/drawingml/2006/main" noGrp="1"/>
          </p:cNvSpPr>
          <p:nvPr/>
        </p:nvSpPr>
        <p:spPr>
          <a:xfrm xmlns:a="http://schemas.openxmlformats.org/drawingml/2006/main">
            <a:off x="9620250" y="3448050"/>
            <a:ext cx="1600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1" i="0">
                <a:solidFill>
                  <a:srgbClr val="C99B2E"/>
                </a:solidFill>
                <a:latin typeface="LiberationSans"/>
                <a:ea typeface="LiberationSans"/>
                <a:cs typeface="LiberationSans"/>
              </a:defRPr>
            </a:pPr>
            <a:r>
              <a:rPr sz="1875" b="1" i="0">
                <a:solidFill>
                  <a:srgbClr val="C99B2E"/>
                </a:solidFill>
                <a:latin typeface="LiberationSans"/>
                <a:ea typeface="LiberationSans"/>
                <a:cs typeface="LiberationSans"/>
              </a:rPr>
              <a:t>Pista</a:t>
            </a:r>
          </a:p>
        </p:txBody>
      </p:sp>
      <p:sp>
        <p:nvSpPr>
          <p:cNvPr id="28" name="mini-case-hint-body">
            <a:extLst xmlns:a="http://schemas.openxmlformats.org/drawingml/2006/main">
              <a:ext uri="{FF2B5EF4-FFF2-40B4-BE49-F238E27FC236}">
                <a16:creationId xmlns:a16="http://schemas.microsoft.com/office/drawing/2014/main" id="{9C409D1C-820B-4AEF-B8FC-8B4224BEB0FD}"/>
              </a:ext>
            </a:extLst>
          </p:cNvPr>
          <p:cNvSpPr>
            <a:spLocks xmlns:a="http://schemas.openxmlformats.org/drawingml/2006/main" noGrp="1"/>
          </p:cNvSpPr>
          <p:nvPr/>
        </p:nvSpPr>
        <p:spPr>
          <a:xfrm xmlns:a="http://schemas.openxmlformats.org/drawingml/2006/main">
            <a:off x="9620250" y="4076700"/>
            <a:ext cx="1600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545"/>
          </a:bodyPr>
          <a:lstStyle xmlns:a="http://schemas.openxmlformats.org/drawingml/2006/main"/>
          <a:p xmlns:a="http://schemas.openxmlformats.org/drawingml/2006/main">
            <a:pPr algn="ctr">
              <a:lnSpc>
                <a:spcPct val="106000"/>
              </a:lnSpc>
              <a:buNone/>
              <a:defRPr sz="1425" b="0" i="0">
                <a:solidFill>
                  <a:srgbClr val="FFFFFF"/>
                </a:solidFill>
                <a:latin typeface="LiberationSans"/>
                <a:ea typeface="LiberationSans"/>
                <a:cs typeface="LiberationSans"/>
              </a:defRPr>
            </a:pPr>
            <a:r>
              <a:rPr sz="1425" b="0" i="0">
                <a:solidFill>
                  <a:srgbClr val="FFFFFF"/>
                </a:solidFill>
                <a:latin typeface="LiberationSans"/>
                <a:ea typeface="LiberationSans"/>
                <a:cs typeface="LiberationSans"/>
              </a:rPr>
              <a:t>Pregunta qué se protege, qué puede ocurrir y qué evidencia demostraría el control.</a:t>
            </a:r>
          </a:p>
        </p:txBody>
      </p:sp>
    </p:spTree>
    <p:extLst>
      <p:ext uri="{BB962C8B-B14F-4D97-AF65-F5344CB8AC3E}">
        <p14:creationId xmlns:p14="http://schemas.microsoft.com/office/powerpoint/2010/main" val="827083361"/>
      </p:ext>
    </p:extLst>
  </p:cSld>
</p:sld>
</file>

<file path=ppt/slides/slide1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8" name="recap-kicker">
            <a:extLst xmlns:a="http://schemas.openxmlformats.org/drawingml/2006/main">
              <a:ext uri="{FF2B5EF4-FFF2-40B4-BE49-F238E27FC236}">
                <a16:creationId xmlns:a16="http://schemas.microsoft.com/office/drawing/2014/main" id="{22B950D7-8116-46A8-88DA-8C0073EE6B10}"/>
              </a:ext>
            </a:extLst>
          </p:cNvPr>
          <p:cNvSpPr>
            <a:spLocks xmlns:a="http://schemas.openxmlformats.org/drawingml/2006/main" noGrp="1"/>
          </p:cNvSpPr>
          <p:nvPr/>
        </p:nvSpPr>
        <p:spPr>
          <a:xfrm xmlns:a="http://schemas.openxmlformats.org/drawingml/2006/main">
            <a:off x="685800" y="4000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i="0">
                <a:solidFill>
                  <a:srgbClr val="C99B2E"/>
                </a:solidFill>
                <a:latin typeface="LiberationSans"/>
                <a:ea typeface="LiberationSans"/>
                <a:cs typeface="LiberationSans"/>
              </a:defRPr>
            </a:pPr>
            <a:r>
              <a:rPr sz="1125" b="1" i="0">
                <a:solidFill>
                  <a:srgbClr val="C99B2E"/>
                </a:solidFill>
                <a:latin typeface="LiberationSans"/>
                <a:ea typeface="LiberationSans"/>
                <a:cs typeface="LiberationSans"/>
              </a:rPr>
              <a:t>CIERRE</a:t>
            </a:r>
          </a:p>
        </p:txBody>
      </p:sp>
      <p:sp>
        <p:nvSpPr>
          <p:cNvPr id="2" name="recap-title">
            <a:extLst xmlns:a="http://schemas.openxmlformats.org/drawingml/2006/main">
              <a:ext uri="{FF2B5EF4-FFF2-40B4-BE49-F238E27FC236}">
                <a16:creationId xmlns:a16="http://schemas.microsoft.com/office/drawing/2014/main" id="{B1487653-E121-4180-9CEC-CF2C044C6A6A}"/>
              </a:ext>
            </a:extLst>
          </p:cNvPr>
          <p:cNvSpPr>
            <a:spLocks xmlns:a="http://schemas.openxmlformats.org/drawingml/2006/main" noGrp="1"/>
          </p:cNvSpPr>
          <p:nvPr/>
        </p:nvSpPr>
        <p:spPr>
          <a:xfrm xmlns:a="http://schemas.openxmlformats.org/drawingml/2006/main">
            <a:off x="685800" y="685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150" b="1" i="0">
                <a:solidFill>
                  <a:srgbClr val="1C3854"/>
                </a:solidFill>
                <a:latin typeface="LiberationSans"/>
                <a:ea typeface="LiberationSans"/>
                <a:cs typeface="LiberationSans"/>
              </a:defRPr>
            </a:pPr>
            <a:r>
              <a:rPr sz="3150" b="1" i="0">
                <a:solidFill>
                  <a:srgbClr val="1C3854"/>
                </a:solidFill>
                <a:latin typeface="LiberationSans"/>
                <a:ea typeface="LiberationSans"/>
                <a:cs typeface="LiberationSans"/>
              </a:rPr>
              <a:t>Resumen de seguridad</a:t>
            </a:r>
          </a:p>
        </p:txBody>
      </p:sp>
      <p:sp>
        <p:nvSpPr>
          <p:cNvPr id="3" name="recap-rule">
            <a:extLst xmlns:a="http://schemas.openxmlformats.org/drawingml/2006/main">
              <a:ext uri="{FF2B5EF4-FFF2-40B4-BE49-F238E27FC236}">
                <a16:creationId xmlns:a16="http://schemas.microsoft.com/office/drawing/2014/main" id="{AFA68522-28E9-4648-8ED1-95C102455A01}"/>
              </a:ext>
            </a:extLst>
          </p:cNvPr>
          <p:cNvSpPr>
            <a:spLocks xmlns:a="http://schemas.openxmlformats.org/drawingml/2006/main" noGrp="1"/>
          </p:cNvSpPr>
          <p:nvPr/>
        </p:nvSpPr>
        <p:spPr>
          <a:xfrm xmlns:a="http://schemas.openxmlformats.org/drawingml/2006/main">
            <a:off x="685800" y="1323975"/>
            <a:ext cx="1104900" cy="47625"/>
          </a:xfrm>
          <a:prstGeom xmlns:a="http://schemas.openxmlformats.org/drawingml/2006/main" prst="rect">
            <a:avLst/>
          </a:prstGeom>
          <a:solidFill xmlns:a="http://schemas.openxmlformats.org/drawingml/2006/main">
            <a:srgbClr val="C99B2E"/>
          </a:solidFill>
          <a:ln xmlns:a="http://schemas.openxmlformats.org/drawingml/2006/main" w="0">
            <a:solidFill>
              <a:srgbClr val="C99B2E"/>
            </a:solidFill>
            <a:prstDash val="solid"/>
          </a:ln>
        </p:spPr>
      </p:sp>
      <p:sp>
        <p:nvSpPr>
          <p:cNvPr id="4" name="recap-subtitle">
            <a:extLst xmlns:a="http://schemas.openxmlformats.org/drawingml/2006/main">
              <a:ext uri="{FF2B5EF4-FFF2-40B4-BE49-F238E27FC236}">
                <a16:creationId xmlns:a16="http://schemas.microsoft.com/office/drawing/2014/main" id="{E76BEB53-2A52-44FA-AE90-3C566B208E5F}"/>
              </a:ext>
            </a:extLst>
          </p:cNvPr>
          <p:cNvSpPr>
            <a:spLocks xmlns:a="http://schemas.openxmlformats.org/drawingml/2006/main" noGrp="1"/>
          </p:cNvSpPr>
          <p:nvPr/>
        </p:nvSpPr>
        <p:spPr>
          <a:xfrm xmlns:a="http://schemas.openxmlformats.org/drawingml/2006/main">
            <a:off x="685800" y="15049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0" i="0">
                <a:solidFill>
                  <a:srgbClr val="68747F"/>
                </a:solidFill>
                <a:latin typeface="LiberationSans"/>
                <a:ea typeface="LiberationSans"/>
                <a:cs typeface="LiberationSans"/>
              </a:defRPr>
            </a:pPr>
            <a:r>
              <a:rPr sz="1500" b="0" i="0">
                <a:solidFill>
                  <a:srgbClr val="68747F"/>
                </a:solidFill>
                <a:latin typeface="LiberationSans"/>
                <a:ea typeface="LiberationSans"/>
                <a:cs typeface="LiberationSans"/>
              </a:rPr>
              <a:t>La seguridad acompaña todo el ciclo del sistema: desde la pregunta inicial hasta la evidencia de que el control funciona.</a:t>
            </a:r>
          </a:p>
        </p:txBody>
      </p:sp>
      <p:sp>
        <p:nvSpPr>
          <p:cNvPr id="5" name="footer-band-18">
            <a:extLst xmlns:a="http://schemas.openxmlformats.org/drawingml/2006/main">
              <a:ext uri="{FF2B5EF4-FFF2-40B4-BE49-F238E27FC236}">
                <a16:creationId xmlns:a16="http://schemas.microsoft.com/office/drawing/2014/main" id="{3686989F-C4A3-4F8C-9D41-FC70A5EA1866}"/>
              </a:ext>
            </a:extLst>
          </p:cNvPr>
          <p:cNvSpPr>
            <a:spLocks xmlns:a="http://schemas.openxmlformats.org/drawingml/2006/main" noGrp="1"/>
          </p:cNvSpPr>
          <p:nvPr/>
        </p:nvSpPr>
        <p:spPr>
          <a:xfrm xmlns:a="http://schemas.openxmlformats.org/drawingml/2006/main">
            <a:off x="0" y="6705600"/>
            <a:ext cx="12192000" cy="152400"/>
          </a:xfrm>
          <a:prstGeom xmlns:a="http://schemas.openxmlformats.org/drawingml/2006/main" prst="rect">
            <a:avLst/>
          </a:prstGeom>
          <a:solidFill xmlns:a="http://schemas.openxmlformats.org/drawingml/2006/main">
            <a:srgbClr val="18324C"/>
          </a:solidFill>
          <a:ln xmlns:a="http://schemas.openxmlformats.org/drawingml/2006/main" w="0">
            <a:solidFill>
              <a:srgbClr val="18324C"/>
            </a:solidFill>
            <a:prstDash val="solid"/>
          </a:ln>
        </p:spPr>
      </p:sp>
      <p:sp>
        <p:nvSpPr>
          <p:cNvPr id="6" name="footer-label-18">
            <a:extLst xmlns:a="http://schemas.openxmlformats.org/drawingml/2006/main">
              <a:ext uri="{FF2B5EF4-FFF2-40B4-BE49-F238E27FC236}">
                <a16:creationId xmlns:a16="http://schemas.microsoft.com/office/drawing/2014/main" id="{7080FC01-BFCD-4016-8383-F2B0F31C19E7}"/>
              </a:ext>
            </a:extLst>
          </p:cNvPr>
          <p:cNvSpPr>
            <a:spLocks xmlns:a="http://schemas.openxmlformats.org/drawingml/2006/main" noGrp="1"/>
          </p:cNvSpPr>
          <p:nvPr/>
        </p:nvSpPr>
        <p:spPr>
          <a:xfrm xmlns:a="http://schemas.openxmlformats.org/drawingml/2006/main">
            <a:off x="685800" y="64293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75" b="0" i="0">
                <a:solidFill>
                  <a:srgbClr val="68747F"/>
                </a:solidFill>
                <a:latin typeface="LiberationSans"/>
                <a:ea typeface="LiberationSans"/>
                <a:cs typeface="LiberationSans"/>
              </a:defRPr>
            </a:pPr>
            <a:r>
              <a:rPr sz="975" b="0" i="0">
                <a:solidFill>
                  <a:srgbClr val="68747F"/>
                </a:solidFill>
                <a:latin typeface="LiberationSans"/>
                <a:ea typeface="LiberationSans"/>
                <a:cs typeface="LiberationSans"/>
              </a:rPr>
              <a:t>ANÁLISIS Y DISEÑO DE SISTEMAS 2</a:t>
            </a:r>
          </a:p>
        </p:txBody>
      </p:sp>
      <p:sp>
        <p:nvSpPr>
          <p:cNvPr id="7" name="footer-number-18">
            <a:extLst xmlns:a="http://schemas.openxmlformats.org/drawingml/2006/main">
              <a:ext uri="{FF2B5EF4-FFF2-40B4-BE49-F238E27FC236}">
                <a16:creationId xmlns:a16="http://schemas.microsoft.com/office/drawing/2014/main" id="{7D936EC3-5AD0-4E3F-A79C-351ADEB25FF5}"/>
              </a:ext>
            </a:extLst>
          </p:cNvPr>
          <p:cNvSpPr>
            <a:spLocks xmlns:a="http://schemas.openxmlformats.org/drawingml/2006/main" noGrp="1"/>
          </p:cNvSpPr>
          <p:nvPr/>
        </p:nvSpPr>
        <p:spPr>
          <a:xfrm xmlns:a="http://schemas.openxmlformats.org/drawingml/2006/main">
            <a:off x="11049000" y="642937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i="0">
                <a:solidFill>
                  <a:srgbClr val="1C3854"/>
                </a:solidFill>
                <a:latin typeface="LiberationSans"/>
                <a:ea typeface="LiberationSans"/>
                <a:cs typeface="LiberationSans"/>
              </a:defRPr>
            </a:pPr>
            <a:r>
              <a:rPr sz="1050" b="1" i="0">
                <a:solidFill>
                  <a:srgbClr val="1C3854"/>
                </a:solidFill>
                <a:latin typeface="LiberationSans"/>
                <a:ea typeface="LiberationSans"/>
                <a:cs typeface="LiberationSans"/>
              </a:rPr>
              <a:t>18</a:t>
            </a:r>
          </a:p>
        </p:txBody>
      </p:sp>
      <p:sp>
        <p:nvSpPr>
          <p:cNvPr id="8" name="recap-panel-0">
            <a:extLst xmlns:a="http://schemas.openxmlformats.org/drawingml/2006/main">
              <a:ext uri="{FF2B5EF4-FFF2-40B4-BE49-F238E27FC236}">
                <a16:creationId xmlns:a16="http://schemas.microsoft.com/office/drawing/2014/main" id="{7F0A28EC-3112-404F-9D4D-F17211A39000}"/>
              </a:ext>
            </a:extLst>
          </p:cNvPr>
          <p:cNvSpPr>
            <a:spLocks xmlns:a="http://schemas.openxmlformats.org/drawingml/2006/main" noGrp="1"/>
          </p:cNvSpPr>
          <p:nvPr/>
        </p:nvSpPr>
        <p:spPr>
          <a:xfrm xmlns:a="http://schemas.openxmlformats.org/drawingml/2006/main">
            <a:off x="685800" y="2247900"/>
            <a:ext cx="2457450" cy="1809750"/>
          </a:xfrm>
          <a:prstGeom xmlns:a="http://schemas.openxmlformats.org/drawingml/2006/main" prst="rect">
            <a:avLst/>
          </a:prstGeom>
          <a:solidFill xmlns:a="http://schemas.openxmlformats.org/drawingml/2006/main">
            <a:srgbClr val="EAF3FA"/>
          </a:solidFill>
          <a:ln xmlns:a="http://schemas.openxmlformats.org/drawingml/2006/main" w="0">
            <a:solidFill>
              <a:srgbClr val="EAF3FA"/>
            </a:solidFill>
            <a:prstDash val="solid"/>
          </a:ln>
        </p:spPr>
      </p:sp>
      <p:sp>
        <p:nvSpPr>
          <p:cNvPr id="9" name="recap-number-0">
            <a:extLst xmlns:a="http://schemas.openxmlformats.org/drawingml/2006/main">
              <a:ext uri="{FF2B5EF4-FFF2-40B4-BE49-F238E27FC236}">
                <a16:creationId xmlns:a16="http://schemas.microsoft.com/office/drawing/2014/main" id="{171E56E3-7B50-4499-8CC6-8246A8418705}"/>
              </a:ext>
            </a:extLst>
          </p:cNvPr>
          <p:cNvSpPr>
            <a:spLocks xmlns:a="http://schemas.openxmlformats.org/drawingml/2006/main" noGrp="1"/>
          </p:cNvSpPr>
          <p:nvPr/>
        </p:nvSpPr>
        <p:spPr>
          <a:xfrm xmlns:a="http://schemas.openxmlformats.org/drawingml/2006/main">
            <a:off x="876300" y="24574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i="0">
                <a:solidFill>
                  <a:srgbClr val="F27732"/>
                </a:solidFill>
                <a:latin typeface="LiberationSans"/>
                <a:ea typeface="LiberationSans"/>
                <a:cs typeface="LiberationSans"/>
              </a:defRPr>
            </a:pPr>
            <a:r>
              <a:rPr sz="1350" b="1" i="0">
                <a:solidFill>
                  <a:srgbClr val="F27732"/>
                </a:solidFill>
                <a:latin typeface="LiberationSans"/>
                <a:ea typeface="LiberationSans"/>
                <a:cs typeface="LiberationSans"/>
              </a:rPr>
              <a:t>01</a:t>
            </a:r>
          </a:p>
        </p:txBody>
      </p:sp>
      <p:sp>
        <p:nvSpPr>
          <p:cNvPr id="10" name="recap-title-0">
            <a:extLst xmlns:a="http://schemas.openxmlformats.org/drawingml/2006/main">
              <a:ext uri="{FF2B5EF4-FFF2-40B4-BE49-F238E27FC236}">
                <a16:creationId xmlns:a16="http://schemas.microsoft.com/office/drawing/2014/main" id="{C4CC97DD-5EF6-4CD0-BA4B-6870E56DADAA}"/>
              </a:ext>
            </a:extLst>
          </p:cNvPr>
          <p:cNvSpPr>
            <a:spLocks xmlns:a="http://schemas.openxmlformats.org/drawingml/2006/main" noGrp="1"/>
          </p:cNvSpPr>
          <p:nvPr/>
        </p:nvSpPr>
        <p:spPr>
          <a:xfrm xmlns:a="http://schemas.openxmlformats.org/drawingml/2006/main">
            <a:off x="876300" y="2952750"/>
            <a:ext cx="2076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i="0">
                <a:solidFill>
                  <a:srgbClr val="1C3854"/>
                </a:solidFill>
                <a:latin typeface="LiberationSans"/>
                <a:ea typeface="LiberationSans"/>
                <a:cs typeface="LiberationSans"/>
              </a:defRPr>
            </a:pPr>
            <a:r>
              <a:rPr sz="1725" b="1" i="0">
                <a:solidFill>
                  <a:srgbClr val="1C3854"/>
                </a:solidFill>
                <a:latin typeface="LiberationSans"/>
                <a:ea typeface="LiberationSans"/>
                <a:cs typeface="LiberationSans"/>
              </a:rPr>
              <a:t>Identificar</a:t>
            </a:r>
          </a:p>
        </p:txBody>
      </p:sp>
      <p:sp>
        <p:nvSpPr>
          <p:cNvPr id="11" name="recap-description-0">
            <a:extLst xmlns:a="http://schemas.openxmlformats.org/drawingml/2006/main">
              <a:ext uri="{FF2B5EF4-FFF2-40B4-BE49-F238E27FC236}">
                <a16:creationId xmlns:a16="http://schemas.microsoft.com/office/drawing/2014/main" id="{68543FDA-B1AD-4F34-8D2A-173C64FA4B1D}"/>
              </a:ext>
            </a:extLst>
          </p:cNvPr>
          <p:cNvSpPr>
            <a:spLocks xmlns:a="http://schemas.openxmlformats.org/drawingml/2006/main" noGrp="1"/>
          </p:cNvSpPr>
          <p:nvPr/>
        </p:nvSpPr>
        <p:spPr>
          <a:xfrm xmlns:a="http://schemas.openxmlformats.org/drawingml/2006/main">
            <a:off x="876300" y="3448050"/>
            <a:ext cx="2076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934"/>
          </a:bodyPr>
          <a:lstStyle xmlns:a="http://schemas.openxmlformats.org/drawingml/2006/main"/>
          <a:p xmlns:a="http://schemas.openxmlformats.org/drawingml/2006/main">
            <a:pPr algn="l">
              <a:lnSpc>
                <a:spcPct val="104000"/>
              </a:lnSpc>
              <a:buNone/>
              <a:defRPr sz="1350" b="0" i="0">
                <a:solidFill>
                  <a:srgbClr val="292F35"/>
                </a:solidFill>
                <a:latin typeface="LiberationSans"/>
                <a:ea typeface="LiberationSans"/>
                <a:cs typeface="LiberationSans"/>
              </a:defRPr>
            </a:pPr>
            <a:r>
              <a:rPr sz="1350" b="0" i="0">
                <a:solidFill>
                  <a:srgbClr val="292F35"/>
                </a:solidFill>
                <a:latin typeface="LiberationSans"/>
                <a:ea typeface="LiberationSans"/>
                <a:cs typeface="LiberationSans"/>
              </a:rPr>
              <a:t>Activos, amenazas y vulnerabilidades</a:t>
            </a:r>
          </a:p>
        </p:txBody>
      </p:sp>
      <p:sp>
        <p:nvSpPr>
          <p:cNvPr id="12" name="recap-panel-1">
            <a:extLst xmlns:a="http://schemas.openxmlformats.org/drawingml/2006/main">
              <a:ext uri="{FF2B5EF4-FFF2-40B4-BE49-F238E27FC236}">
                <a16:creationId xmlns:a16="http://schemas.microsoft.com/office/drawing/2014/main" id="{6F58F9D7-E902-48B3-8CCD-438339D8A907}"/>
              </a:ext>
            </a:extLst>
          </p:cNvPr>
          <p:cNvSpPr>
            <a:spLocks xmlns:a="http://schemas.openxmlformats.org/drawingml/2006/main" noGrp="1"/>
          </p:cNvSpPr>
          <p:nvPr/>
        </p:nvSpPr>
        <p:spPr>
          <a:xfrm xmlns:a="http://schemas.openxmlformats.org/drawingml/2006/main">
            <a:off x="3409950" y="2247900"/>
            <a:ext cx="2457450" cy="1809750"/>
          </a:xfrm>
          <a:prstGeom xmlns:a="http://schemas.openxmlformats.org/drawingml/2006/main" prst="rect">
            <a:avLst/>
          </a:prstGeom>
          <a:solidFill xmlns:a="http://schemas.openxmlformats.org/drawingml/2006/main">
            <a:srgbClr val="F8F1E2"/>
          </a:solidFill>
          <a:ln xmlns:a="http://schemas.openxmlformats.org/drawingml/2006/main" w="0">
            <a:solidFill>
              <a:srgbClr val="F8F1E2"/>
            </a:solidFill>
            <a:prstDash val="solid"/>
          </a:ln>
        </p:spPr>
      </p:sp>
      <p:sp>
        <p:nvSpPr>
          <p:cNvPr id="13" name="recap-number-1">
            <a:extLst xmlns:a="http://schemas.openxmlformats.org/drawingml/2006/main">
              <a:ext uri="{FF2B5EF4-FFF2-40B4-BE49-F238E27FC236}">
                <a16:creationId xmlns:a16="http://schemas.microsoft.com/office/drawing/2014/main" id="{EE80D54D-357C-4CA2-A2E8-A721013BE001}"/>
              </a:ext>
            </a:extLst>
          </p:cNvPr>
          <p:cNvSpPr>
            <a:spLocks xmlns:a="http://schemas.openxmlformats.org/drawingml/2006/main" noGrp="1"/>
          </p:cNvSpPr>
          <p:nvPr/>
        </p:nvSpPr>
        <p:spPr>
          <a:xfrm xmlns:a="http://schemas.openxmlformats.org/drawingml/2006/main">
            <a:off x="3600450" y="24574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i="0">
                <a:solidFill>
                  <a:srgbClr val="F27732"/>
                </a:solidFill>
                <a:latin typeface="LiberationSans"/>
                <a:ea typeface="LiberationSans"/>
                <a:cs typeface="LiberationSans"/>
              </a:defRPr>
            </a:pPr>
            <a:r>
              <a:rPr sz="1350" b="1" i="0">
                <a:solidFill>
                  <a:srgbClr val="F27732"/>
                </a:solidFill>
                <a:latin typeface="LiberationSans"/>
                <a:ea typeface="LiberationSans"/>
                <a:cs typeface="LiberationSans"/>
              </a:rPr>
              <a:t>02</a:t>
            </a:r>
          </a:p>
        </p:txBody>
      </p:sp>
      <p:sp>
        <p:nvSpPr>
          <p:cNvPr id="14" name="recap-title-1">
            <a:extLst xmlns:a="http://schemas.openxmlformats.org/drawingml/2006/main">
              <a:ext uri="{FF2B5EF4-FFF2-40B4-BE49-F238E27FC236}">
                <a16:creationId xmlns:a16="http://schemas.microsoft.com/office/drawing/2014/main" id="{C6F0644B-BC62-4A39-8FC5-DA2ED0012EBD}"/>
              </a:ext>
            </a:extLst>
          </p:cNvPr>
          <p:cNvSpPr>
            <a:spLocks xmlns:a="http://schemas.openxmlformats.org/drawingml/2006/main" noGrp="1"/>
          </p:cNvSpPr>
          <p:nvPr/>
        </p:nvSpPr>
        <p:spPr>
          <a:xfrm xmlns:a="http://schemas.openxmlformats.org/drawingml/2006/main">
            <a:off x="3600450" y="2952750"/>
            <a:ext cx="2076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i="0">
                <a:solidFill>
                  <a:srgbClr val="1C3854"/>
                </a:solidFill>
                <a:latin typeface="LiberationSans"/>
                <a:ea typeface="LiberationSans"/>
                <a:cs typeface="LiberationSans"/>
              </a:defRPr>
            </a:pPr>
            <a:r>
              <a:rPr sz="1725" b="1" i="0">
                <a:solidFill>
                  <a:srgbClr val="1C3854"/>
                </a:solidFill>
                <a:latin typeface="LiberationSans"/>
                <a:ea typeface="LiberationSans"/>
                <a:cs typeface="LiberationSans"/>
              </a:rPr>
              <a:t>Diseñar</a:t>
            </a:r>
          </a:p>
        </p:txBody>
      </p:sp>
      <p:sp>
        <p:nvSpPr>
          <p:cNvPr id="15" name="recap-description-1">
            <a:extLst xmlns:a="http://schemas.openxmlformats.org/drawingml/2006/main">
              <a:ext uri="{FF2B5EF4-FFF2-40B4-BE49-F238E27FC236}">
                <a16:creationId xmlns:a16="http://schemas.microsoft.com/office/drawing/2014/main" id="{FB8B47BC-E6DA-41EB-B598-0A764028B399}"/>
              </a:ext>
            </a:extLst>
          </p:cNvPr>
          <p:cNvSpPr>
            <a:spLocks xmlns:a="http://schemas.openxmlformats.org/drawingml/2006/main" noGrp="1"/>
          </p:cNvSpPr>
          <p:nvPr/>
        </p:nvSpPr>
        <p:spPr>
          <a:xfrm xmlns:a="http://schemas.openxmlformats.org/drawingml/2006/main">
            <a:off x="3600450" y="3448050"/>
            <a:ext cx="2076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934"/>
          </a:bodyPr>
          <a:lstStyle xmlns:a="http://schemas.openxmlformats.org/drawingml/2006/main"/>
          <a:p xmlns:a="http://schemas.openxmlformats.org/drawingml/2006/main">
            <a:pPr algn="l">
              <a:lnSpc>
                <a:spcPct val="104000"/>
              </a:lnSpc>
              <a:buNone/>
              <a:defRPr sz="1350" b="0" i="0">
                <a:solidFill>
                  <a:srgbClr val="292F35"/>
                </a:solidFill>
                <a:latin typeface="LiberationSans"/>
                <a:ea typeface="LiberationSans"/>
                <a:cs typeface="LiberationSans"/>
              </a:defRPr>
            </a:pPr>
            <a:r>
              <a:rPr sz="1350" b="0" i="0">
                <a:solidFill>
                  <a:srgbClr val="292F35"/>
                </a:solidFill>
                <a:latin typeface="LiberationSans"/>
                <a:ea typeface="LiberationSans"/>
                <a:cs typeface="LiberationSans"/>
              </a:rPr>
              <a:t>Controles en requisitos y arquitectura</a:t>
            </a:r>
          </a:p>
        </p:txBody>
      </p:sp>
      <p:sp>
        <p:nvSpPr>
          <p:cNvPr id="16" name="recap-panel-2">
            <a:extLst xmlns:a="http://schemas.openxmlformats.org/drawingml/2006/main">
              <a:ext uri="{FF2B5EF4-FFF2-40B4-BE49-F238E27FC236}">
                <a16:creationId xmlns:a16="http://schemas.microsoft.com/office/drawing/2014/main" id="{501FBCD0-631C-4280-B284-1EAA68127BBC}"/>
              </a:ext>
            </a:extLst>
          </p:cNvPr>
          <p:cNvSpPr>
            <a:spLocks xmlns:a="http://schemas.openxmlformats.org/drawingml/2006/main" noGrp="1"/>
          </p:cNvSpPr>
          <p:nvPr/>
        </p:nvSpPr>
        <p:spPr>
          <a:xfrm xmlns:a="http://schemas.openxmlformats.org/drawingml/2006/main">
            <a:off x="6134100" y="2247900"/>
            <a:ext cx="2457450" cy="1809750"/>
          </a:xfrm>
          <a:prstGeom xmlns:a="http://schemas.openxmlformats.org/drawingml/2006/main" prst="rect">
            <a:avLst/>
          </a:prstGeom>
          <a:solidFill xmlns:a="http://schemas.openxmlformats.org/drawingml/2006/main">
            <a:srgbClr val="FCEBE3"/>
          </a:solidFill>
          <a:ln xmlns:a="http://schemas.openxmlformats.org/drawingml/2006/main" w="0">
            <a:solidFill>
              <a:srgbClr val="FCEBE3"/>
            </a:solidFill>
            <a:prstDash val="solid"/>
          </a:ln>
        </p:spPr>
      </p:sp>
      <p:sp>
        <p:nvSpPr>
          <p:cNvPr id="17" name="recap-number-2">
            <a:extLst xmlns:a="http://schemas.openxmlformats.org/drawingml/2006/main">
              <a:ext uri="{FF2B5EF4-FFF2-40B4-BE49-F238E27FC236}">
                <a16:creationId xmlns:a16="http://schemas.microsoft.com/office/drawing/2014/main" id="{FFB19932-078D-4A5A-B234-86A393AC9BA2}"/>
              </a:ext>
            </a:extLst>
          </p:cNvPr>
          <p:cNvSpPr>
            <a:spLocks xmlns:a="http://schemas.openxmlformats.org/drawingml/2006/main" noGrp="1"/>
          </p:cNvSpPr>
          <p:nvPr/>
        </p:nvSpPr>
        <p:spPr>
          <a:xfrm xmlns:a="http://schemas.openxmlformats.org/drawingml/2006/main">
            <a:off x="6324600" y="24574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i="0">
                <a:solidFill>
                  <a:srgbClr val="F27732"/>
                </a:solidFill>
                <a:latin typeface="LiberationSans"/>
                <a:ea typeface="LiberationSans"/>
                <a:cs typeface="LiberationSans"/>
              </a:defRPr>
            </a:pPr>
            <a:r>
              <a:rPr sz="1350" b="1" i="0">
                <a:solidFill>
                  <a:srgbClr val="F27732"/>
                </a:solidFill>
                <a:latin typeface="LiberationSans"/>
                <a:ea typeface="LiberationSans"/>
                <a:cs typeface="LiberationSans"/>
              </a:rPr>
              <a:t>03</a:t>
            </a:r>
          </a:p>
        </p:txBody>
      </p:sp>
      <p:sp>
        <p:nvSpPr>
          <p:cNvPr id="18" name="recap-title-2">
            <a:extLst xmlns:a="http://schemas.openxmlformats.org/drawingml/2006/main">
              <a:ext uri="{FF2B5EF4-FFF2-40B4-BE49-F238E27FC236}">
                <a16:creationId xmlns:a16="http://schemas.microsoft.com/office/drawing/2014/main" id="{01E745BF-F2DD-451A-BC79-76FA9035932C}"/>
              </a:ext>
            </a:extLst>
          </p:cNvPr>
          <p:cNvSpPr>
            <a:spLocks xmlns:a="http://schemas.openxmlformats.org/drawingml/2006/main" noGrp="1"/>
          </p:cNvSpPr>
          <p:nvPr/>
        </p:nvSpPr>
        <p:spPr>
          <a:xfrm xmlns:a="http://schemas.openxmlformats.org/drawingml/2006/main">
            <a:off x="6324600" y="2952750"/>
            <a:ext cx="2076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i="0">
                <a:solidFill>
                  <a:srgbClr val="1C3854"/>
                </a:solidFill>
                <a:latin typeface="LiberationSans"/>
                <a:ea typeface="LiberationSans"/>
                <a:cs typeface="LiberationSans"/>
              </a:defRPr>
            </a:pPr>
            <a:r>
              <a:rPr sz="1725" b="1" i="0">
                <a:solidFill>
                  <a:srgbClr val="1C3854"/>
                </a:solidFill>
                <a:latin typeface="LiberationSans"/>
                <a:ea typeface="LiberationSans"/>
                <a:cs typeface="LiberationSans"/>
              </a:rPr>
              <a:t>Proteger</a:t>
            </a:r>
          </a:p>
        </p:txBody>
      </p:sp>
      <p:sp>
        <p:nvSpPr>
          <p:cNvPr id="19" name="recap-description-2">
            <a:extLst xmlns:a="http://schemas.openxmlformats.org/drawingml/2006/main">
              <a:ext uri="{FF2B5EF4-FFF2-40B4-BE49-F238E27FC236}">
                <a16:creationId xmlns:a16="http://schemas.microsoft.com/office/drawing/2014/main" id="{432DCDA0-9B77-4DAA-BB72-FEE4905D5285}"/>
              </a:ext>
            </a:extLst>
          </p:cNvPr>
          <p:cNvSpPr>
            <a:spLocks xmlns:a="http://schemas.openxmlformats.org/drawingml/2006/main" noGrp="1"/>
          </p:cNvSpPr>
          <p:nvPr/>
        </p:nvSpPr>
        <p:spPr>
          <a:xfrm xmlns:a="http://schemas.openxmlformats.org/drawingml/2006/main">
            <a:off x="6324600" y="3448050"/>
            <a:ext cx="2076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934"/>
          </a:bodyPr>
          <a:lstStyle xmlns:a="http://schemas.openxmlformats.org/drawingml/2006/main"/>
          <a:p xmlns:a="http://schemas.openxmlformats.org/drawingml/2006/main">
            <a:pPr algn="l">
              <a:lnSpc>
                <a:spcPct val="104000"/>
              </a:lnSpc>
              <a:buNone/>
              <a:defRPr sz="1350" b="0" i="0">
                <a:solidFill>
                  <a:srgbClr val="292F35"/>
                </a:solidFill>
                <a:latin typeface="LiberationSans"/>
                <a:ea typeface="LiberationSans"/>
                <a:cs typeface="LiberationSans"/>
              </a:defRPr>
            </a:pPr>
            <a:r>
              <a:rPr sz="1350" b="0" i="0">
                <a:solidFill>
                  <a:srgbClr val="292F35"/>
                </a:solidFill>
                <a:latin typeface="LiberationSans"/>
                <a:ea typeface="LiberationSans"/>
                <a:cs typeface="LiberationSans"/>
              </a:rPr>
              <a:t>Datos, accesos, registros y configuraciones</a:t>
            </a:r>
          </a:p>
        </p:txBody>
      </p:sp>
      <p:sp>
        <p:nvSpPr>
          <p:cNvPr id="20" name="recap-panel-3">
            <a:extLst xmlns:a="http://schemas.openxmlformats.org/drawingml/2006/main">
              <a:ext uri="{FF2B5EF4-FFF2-40B4-BE49-F238E27FC236}">
                <a16:creationId xmlns:a16="http://schemas.microsoft.com/office/drawing/2014/main" id="{1D5A4E0F-41C7-4B37-972D-97CE1B4AED24}"/>
              </a:ext>
            </a:extLst>
          </p:cNvPr>
          <p:cNvSpPr>
            <a:spLocks xmlns:a="http://schemas.openxmlformats.org/drawingml/2006/main" noGrp="1"/>
          </p:cNvSpPr>
          <p:nvPr/>
        </p:nvSpPr>
        <p:spPr>
          <a:xfrm xmlns:a="http://schemas.openxmlformats.org/drawingml/2006/main">
            <a:off x="8858250" y="2247900"/>
            <a:ext cx="2457450" cy="1809750"/>
          </a:xfrm>
          <a:prstGeom xmlns:a="http://schemas.openxmlformats.org/drawingml/2006/main" prst="rect">
            <a:avLst/>
          </a:prstGeom>
          <a:solidFill xmlns:a="http://schemas.openxmlformats.org/drawingml/2006/main">
            <a:srgbClr val="E7F1ED"/>
          </a:solidFill>
          <a:ln xmlns:a="http://schemas.openxmlformats.org/drawingml/2006/main" w="0">
            <a:solidFill>
              <a:srgbClr val="E7F1ED"/>
            </a:solidFill>
            <a:prstDash val="solid"/>
          </a:ln>
        </p:spPr>
      </p:sp>
      <p:sp>
        <p:nvSpPr>
          <p:cNvPr id="21" name="recap-number-3">
            <a:extLst xmlns:a="http://schemas.openxmlformats.org/drawingml/2006/main">
              <a:ext uri="{FF2B5EF4-FFF2-40B4-BE49-F238E27FC236}">
                <a16:creationId xmlns:a16="http://schemas.microsoft.com/office/drawing/2014/main" id="{FC9CE23F-E345-4881-AE14-4F1AE3AEDF96}"/>
              </a:ext>
            </a:extLst>
          </p:cNvPr>
          <p:cNvSpPr>
            <a:spLocks xmlns:a="http://schemas.openxmlformats.org/drawingml/2006/main" noGrp="1"/>
          </p:cNvSpPr>
          <p:nvPr/>
        </p:nvSpPr>
        <p:spPr>
          <a:xfrm xmlns:a="http://schemas.openxmlformats.org/drawingml/2006/main">
            <a:off x="9048750" y="24574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i="0">
                <a:solidFill>
                  <a:srgbClr val="F27732"/>
                </a:solidFill>
                <a:latin typeface="LiberationSans"/>
                <a:ea typeface="LiberationSans"/>
                <a:cs typeface="LiberationSans"/>
              </a:defRPr>
            </a:pPr>
            <a:r>
              <a:rPr sz="1350" b="1" i="0">
                <a:solidFill>
                  <a:srgbClr val="F27732"/>
                </a:solidFill>
                <a:latin typeface="LiberationSans"/>
                <a:ea typeface="LiberationSans"/>
                <a:cs typeface="LiberationSans"/>
              </a:rPr>
              <a:t>04</a:t>
            </a:r>
          </a:p>
        </p:txBody>
      </p:sp>
      <p:sp>
        <p:nvSpPr>
          <p:cNvPr id="22" name="recap-title-3">
            <a:extLst xmlns:a="http://schemas.openxmlformats.org/drawingml/2006/main">
              <a:ext uri="{FF2B5EF4-FFF2-40B4-BE49-F238E27FC236}">
                <a16:creationId xmlns:a16="http://schemas.microsoft.com/office/drawing/2014/main" id="{1F06327D-8AD1-45B1-BD49-E40FA08FBE22}"/>
              </a:ext>
            </a:extLst>
          </p:cNvPr>
          <p:cNvSpPr>
            <a:spLocks xmlns:a="http://schemas.openxmlformats.org/drawingml/2006/main" noGrp="1"/>
          </p:cNvSpPr>
          <p:nvPr/>
        </p:nvSpPr>
        <p:spPr>
          <a:xfrm xmlns:a="http://schemas.openxmlformats.org/drawingml/2006/main">
            <a:off x="9048750" y="2952750"/>
            <a:ext cx="2076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i="0">
                <a:solidFill>
                  <a:srgbClr val="1C3854"/>
                </a:solidFill>
                <a:latin typeface="LiberationSans"/>
                <a:ea typeface="LiberationSans"/>
                <a:cs typeface="LiberationSans"/>
              </a:defRPr>
            </a:pPr>
            <a:r>
              <a:rPr sz="1725" b="1" i="0">
                <a:solidFill>
                  <a:srgbClr val="1C3854"/>
                </a:solidFill>
                <a:latin typeface="LiberationSans"/>
                <a:ea typeface="LiberationSans"/>
                <a:cs typeface="LiberationSans"/>
              </a:rPr>
              <a:t>Comprobar</a:t>
            </a:r>
          </a:p>
        </p:txBody>
      </p:sp>
      <p:sp>
        <p:nvSpPr>
          <p:cNvPr id="23" name="recap-description-3">
            <a:extLst xmlns:a="http://schemas.openxmlformats.org/drawingml/2006/main">
              <a:ext uri="{FF2B5EF4-FFF2-40B4-BE49-F238E27FC236}">
                <a16:creationId xmlns:a16="http://schemas.microsoft.com/office/drawing/2014/main" id="{13D38960-B7F4-4BCA-B08C-B144E907695C}"/>
              </a:ext>
            </a:extLst>
          </p:cNvPr>
          <p:cNvSpPr>
            <a:spLocks xmlns:a="http://schemas.openxmlformats.org/drawingml/2006/main" noGrp="1"/>
          </p:cNvSpPr>
          <p:nvPr/>
        </p:nvSpPr>
        <p:spPr>
          <a:xfrm xmlns:a="http://schemas.openxmlformats.org/drawingml/2006/main">
            <a:off x="9048750" y="3448050"/>
            <a:ext cx="2076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934"/>
          </a:bodyPr>
          <a:lstStyle xmlns:a="http://schemas.openxmlformats.org/drawingml/2006/main"/>
          <a:p xmlns:a="http://schemas.openxmlformats.org/drawingml/2006/main">
            <a:pPr algn="l">
              <a:lnSpc>
                <a:spcPct val="104000"/>
              </a:lnSpc>
              <a:buNone/>
              <a:defRPr sz="1350" b="0" i="0">
                <a:solidFill>
                  <a:srgbClr val="292F35"/>
                </a:solidFill>
                <a:latin typeface="LiberationSans"/>
                <a:ea typeface="LiberationSans"/>
                <a:cs typeface="LiberationSans"/>
              </a:defRPr>
            </a:pPr>
            <a:r>
              <a:rPr sz="1350" b="0" i="0">
                <a:solidFill>
                  <a:srgbClr val="292F35"/>
                </a:solidFill>
                <a:latin typeface="LiberationSans"/>
                <a:ea typeface="LiberationSans"/>
                <a:cs typeface="LiberationSans"/>
              </a:rPr>
              <a:t>Pruebas, respuesta y evidencia</a:t>
            </a:r>
          </a:p>
        </p:txBody>
      </p:sp>
      <p:sp>
        <p:nvSpPr>
          <p:cNvPr id="24" name="recap-application">
            <a:extLst xmlns:a="http://schemas.openxmlformats.org/drawingml/2006/main">
              <a:ext uri="{FF2B5EF4-FFF2-40B4-BE49-F238E27FC236}">
                <a16:creationId xmlns:a16="http://schemas.microsoft.com/office/drawing/2014/main" id="{36A55804-3F32-462A-BC0E-53FFEBFE500B}"/>
              </a:ext>
            </a:extLst>
          </p:cNvPr>
          <p:cNvSpPr>
            <a:spLocks xmlns:a="http://schemas.openxmlformats.org/drawingml/2006/main" noGrp="1"/>
          </p:cNvSpPr>
          <p:nvPr/>
        </p:nvSpPr>
        <p:spPr>
          <a:xfrm xmlns:a="http://schemas.openxmlformats.org/drawingml/2006/main">
            <a:off x="685800" y="4572000"/>
            <a:ext cx="10820400" cy="990600"/>
          </a:xfrm>
          <a:prstGeom xmlns:a="http://schemas.openxmlformats.org/drawingml/2006/main" prst="rect">
            <a:avLst/>
          </a:prstGeom>
          <a:solidFill xmlns:a="http://schemas.openxmlformats.org/drawingml/2006/main">
            <a:srgbClr val="18324C"/>
          </a:solidFill>
          <a:ln xmlns:a="http://schemas.openxmlformats.org/drawingml/2006/main" w="0">
            <a:solidFill>
              <a:srgbClr val="18324C"/>
            </a:solidFill>
            <a:prstDash val="solid"/>
          </a:ln>
        </p:spPr>
      </p:sp>
      <p:sp>
        <p:nvSpPr>
          <p:cNvPr id="25" name="recap-application-label">
            <a:extLst xmlns:a="http://schemas.openxmlformats.org/drawingml/2006/main">
              <a:ext uri="{FF2B5EF4-FFF2-40B4-BE49-F238E27FC236}">
                <a16:creationId xmlns:a16="http://schemas.microsoft.com/office/drawing/2014/main" id="{FA8EDCDB-5F36-4EFF-813C-0F85A34B077C}"/>
              </a:ext>
            </a:extLst>
          </p:cNvPr>
          <p:cNvSpPr>
            <a:spLocks xmlns:a="http://schemas.openxmlformats.org/drawingml/2006/main" noGrp="1"/>
          </p:cNvSpPr>
          <p:nvPr/>
        </p:nvSpPr>
        <p:spPr>
          <a:xfrm xmlns:a="http://schemas.openxmlformats.org/drawingml/2006/main">
            <a:off x="971550" y="48387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i="0">
                <a:solidFill>
                  <a:srgbClr val="C99B2E"/>
                </a:solidFill>
                <a:latin typeface="LiberationSans"/>
                <a:ea typeface="LiberationSans"/>
                <a:cs typeface="LiberationSans"/>
              </a:defRPr>
            </a:pPr>
            <a:r>
              <a:rPr sz="1350" b="1" i="0">
                <a:solidFill>
                  <a:srgbClr val="C99B2E"/>
                </a:solidFill>
                <a:latin typeface="LiberationSans"/>
                <a:ea typeface="LiberationSans"/>
                <a:cs typeface="LiberationSans"/>
              </a:rPr>
              <a:t>Aplicación al proyecto</a:t>
            </a:r>
          </a:p>
        </p:txBody>
      </p:sp>
      <p:sp>
        <p:nvSpPr>
          <p:cNvPr id="26" name="recap-application-body">
            <a:extLst xmlns:a="http://schemas.openxmlformats.org/drawingml/2006/main">
              <a:ext uri="{FF2B5EF4-FFF2-40B4-BE49-F238E27FC236}">
                <a16:creationId xmlns:a16="http://schemas.microsoft.com/office/drawing/2014/main" id="{607FDCD3-C124-44B9-ABC8-55705D235A0A}"/>
              </a:ext>
            </a:extLst>
          </p:cNvPr>
          <p:cNvSpPr>
            <a:spLocks xmlns:a="http://schemas.openxmlformats.org/drawingml/2006/main" noGrp="1"/>
          </p:cNvSpPr>
          <p:nvPr/>
        </p:nvSpPr>
        <p:spPr>
          <a:xfrm xmlns:a="http://schemas.openxmlformats.org/drawingml/2006/main">
            <a:off x="3714750" y="4800600"/>
            <a:ext cx="7086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2506"/>
          </a:bodyPr>
          <a:lstStyle xmlns:a="http://schemas.openxmlformats.org/drawingml/2006/main"/>
          <a:p xmlns:a="http://schemas.openxmlformats.org/drawingml/2006/main">
            <a:pPr algn="l">
              <a:lnSpc>
                <a:spcPct val="102000"/>
              </a:lnSpc>
              <a:buNone/>
              <a:defRPr sz="1800" b="1" i="0">
                <a:solidFill>
                  <a:srgbClr val="FFFFFF"/>
                </a:solidFill>
                <a:latin typeface="LiberationSans"/>
                <a:ea typeface="LiberationSans"/>
                <a:cs typeface="LiberationSans"/>
              </a:defRPr>
            </a:pPr>
            <a:r>
              <a:rPr sz="1800" b="1" i="0">
                <a:solidFill>
                  <a:srgbClr val="FFFFFF"/>
                </a:solidFill>
                <a:latin typeface="LiberationSans"/>
                <a:ea typeface="LiberationSans"/>
                <a:cs typeface="LiberationSans"/>
              </a:rPr>
              <a:t>Elige un dato o función crítica y escribe una amenaza, un control y una prueba.</a:t>
            </a:r>
          </a:p>
        </p:txBody>
      </p:sp>
      <p:sp>
        <p:nvSpPr>
          <p:cNvPr id="27" name="recap-close">
            <a:extLst xmlns:a="http://schemas.openxmlformats.org/drawingml/2006/main">
              <a:ext uri="{FF2B5EF4-FFF2-40B4-BE49-F238E27FC236}">
                <a16:creationId xmlns:a16="http://schemas.microsoft.com/office/drawing/2014/main" id="{2DA9536B-5DD8-40FE-A1B8-0FDA2B04C2F0}"/>
              </a:ext>
            </a:extLst>
          </p:cNvPr>
          <p:cNvSpPr>
            <a:spLocks xmlns:a="http://schemas.openxmlformats.org/drawingml/2006/main" noGrp="1"/>
          </p:cNvSpPr>
          <p:nvPr/>
        </p:nvSpPr>
        <p:spPr>
          <a:xfrm xmlns:a="http://schemas.openxmlformats.org/drawingml/2006/main">
            <a:off x="685800" y="5924550"/>
            <a:ext cx="10820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650" b="1" i="0">
                <a:solidFill>
                  <a:srgbClr val="F27732"/>
                </a:solidFill>
                <a:latin typeface="LiberationSans"/>
                <a:ea typeface="LiberationSans"/>
                <a:cs typeface="LiberationSans"/>
              </a:defRPr>
            </a:pPr>
            <a:r>
              <a:rPr sz="1650" b="1" i="0">
                <a:solidFill>
                  <a:srgbClr val="F27732"/>
                </a:solidFill>
                <a:latin typeface="LiberationSans"/>
                <a:ea typeface="LiberationSans"/>
                <a:cs typeface="LiberationSans"/>
              </a:rPr>
              <a:t>¿Qué parte de nuestro proyecto necesita esta conversación primero?</a:t>
            </a:r>
          </a:p>
        </p:txBody>
      </p:sp>
    </p:spTree>
    <p:extLst>
      <p:ext uri="{BB962C8B-B14F-4D97-AF65-F5344CB8AC3E}">
        <p14:creationId xmlns:p14="http://schemas.microsoft.com/office/powerpoint/2010/main" val="19984637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2026-09-24T18:44:31.3090000Z</dcterms:created>
  <dcterms:modified xsi:type="dcterms:W3CDTF">2026-09-24T18:44:31.3090000Z</dcterms:modified>
</coreProperties>
</file>